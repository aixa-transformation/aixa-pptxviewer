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solidFill>
          <a:srgbClr val="9F76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FF33B-0E1B-06F1-D971-618EDBCCA7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001" y="105878"/>
            <a:ext cx="6933401" cy="3832341"/>
          </a:xfrm>
        </p:spPr>
        <p:txBody>
          <a:bodyPr/>
          <a:lstStyle>
            <a:lvl1pPr>
              <a:lnSpc>
                <a:spcPct val="90000"/>
              </a:lnSpc>
              <a:defRPr sz="6600">
                <a:solidFill>
                  <a:srgbClr val="F0EBE6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EA0AF3-04EB-FEDC-458F-2A888E6DF9E3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61996" y="4837889"/>
            <a:ext cx="4184907" cy="918011"/>
          </a:xfrm>
        </p:spPr>
        <p:txBody>
          <a:bodyPr anchor="b"/>
          <a:lstStyle>
            <a:lvl1pPr marL="0" indent="0">
              <a:buNone/>
              <a:defRPr sz="1600">
                <a:solidFill>
                  <a:srgbClr val="F0EBE6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Freeform: Shape 12">
            <a:extLst>
              <a:ext uri="{FF2B5EF4-FFF2-40B4-BE49-F238E27FC236}">
                <a16:creationId xmlns:a16="http://schemas.microsoft.com/office/drawing/2014/main" id="{E4726F8D-199E-4BAE-8E7E-42361B5C8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93148" y="0"/>
            <a:ext cx="4498848" cy="608990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4510185"/>
              <a:gd name="f7" fmla="val 6096000"/>
              <a:gd name="f8" fmla="val 501522"/>
              <a:gd name="f9" fmla="val 224540"/>
              <a:gd name="f10" fmla="val 5870082"/>
              <a:gd name="f11" fmla="val 5591398"/>
              <a:gd name="f12" fmla="+- 0 0 -90"/>
              <a:gd name="f13" fmla="*/ f3 1 4510185"/>
              <a:gd name="f14" fmla="*/ f4 1 6096000"/>
              <a:gd name="f15" fmla="val f5"/>
              <a:gd name="f16" fmla="val f6"/>
              <a:gd name="f17" fmla="val f7"/>
              <a:gd name="f18" fmla="*/ f12 f0 1"/>
              <a:gd name="f19" fmla="+- f17 0 f15"/>
              <a:gd name="f20" fmla="+- f16 0 f15"/>
              <a:gd name="f21" fmla="*/ f18 1 f2"/>
              <a:gd name="f22" fmla="*/ f20 1 4510185"/>
              <a:gd name="f23" fmla="*/ f19 1 6096000"/>
              <a:gd name="f24" fmla="*/ 0 f20 1"/>
              <a:gd name="f25" fmla="*/ 0 f19 1"/>
              <a:gd name="f26" fmla="*/ 4510185 f20 1"/>
              <a:gd name="f27" fmla="*/ 6096000 f19 1"/>
              <a:gd name="f28" fmla="*/ 501522 f20 1"/>
              <a:gd name="f29" fmla="*/ 5591398 f19 1"/>
              <a:gd name="f30" fmla="+- f21 0 f1"/>
              <a:gd name="f31" fmla="*/ f24 1 4510185"/>
              <a:gd name="f32" fmla="*/ f25 1 6096000"/>
              <a:gd name="f33" fmla="*/ f26 1 4510185"/>
              <a:gd name="f34" fmla="*/ f27 1 6096000"/>
              <a:gd name="f35" fmla="*/ f28 1 4510185"/>
              <a:gd name="f36" fmla="*/ f29 1 6096000"/>
              <a:gd name="f37" fmla="*/ f15 1 f22"/>
              <a:gd name="f38" fmla="*/ f16 1 f22"/>
              <a:gd name="f39" fmla="*/ f15 1 f23"/>
              <a:gd name="f40" fmla="*/ f17 1 f23"/>
              <a:gd name="f41" fmla="*/ f31 1 f22"/>
              <a:gd name="f42" fmla="*/ f32 1 f23"/>
              <a:gd name="f43" fmla="*/ f33 1 f22"/>
              <a:gd name="f44" fmla="*/ f34 1 f23"/>
              <a:gd name="f45" fmla="*/ f35 1 f22"/>
              <a:gd name="f46" fmla="*/ f36 1 f23"/>
              <a:gd name="f47" fmla="*/ f37 f13 1"/>
              <a:gd name="f48" fmla="*/ f38 f13 1"/>
              <a:gd name="f49" fmla="*/ f40 f14 1"/>
              <a:gd name="f50" fmla="*/ f39 f14 1"/>
              <a:gd name="f51" fmla="*/ f41 f13 1"/>
              <a:gd name="f52" fmla="*/ f42 f14 1"/>
              <a:gd name="f53" fmla="*/ f43 f13 1"/>
              <a:gd name="f54" fmla="*/ f44 f14 1"/>
              <a:gd name="f55" fmla="*/ f45 f13 1"/>
              <a:gd name="f56" fmla="*/ f46 f1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51" y="f52"/>
              </a:cxn>
              <a:cxn ang="f30">
                <a:pos x="f53" y="f52"/>
              </a:cxn>
              <a:cxn ang="f30">
                <a:pos x="f53" y="f54"/>
              </a:cxn>
              <a:cxn ang="f30">
                <a:pos x="f55" y="f54"/>
              </a:cxn>
              <a:cxn ang="f30">
                <a:pos x="f51" y="f56"/>
              </a:cxn>
            </a:cxnLst>
            <a:rect l="f47" t="f50" r="f48" b="f49"/>
            <a:pathLst>
              <a:path w="4510185" h="6096000">
                <a:moveTo>
                  <a:pt x="f5" y="f5"/>
                </a:moveTo>
                <a:lnTo>
                  <a:pt x="f6" y="f5"/>
                </a:lnTo>
                <a:lnTo>
                  <a:pt x="f6" y="f7"/>
                </a:lnTo>
                <a:lnTo>
                  <a:pt x="f8" y="f7"/>
                </a:lnTo>
                <a:cubicBezTo>
                  <a:pt x="f9" y="f7"/>
                  <a:pt x="f5" y="f10"/>
                  <a:pt x="f5" y="f11"/>
                </a:cubicBezTo>
                <a:close/>
              </a:path>
            </a:pathLst>
          </a:custGeom>
          <a:solidFill>
            <a:srgbClr val="F0EBE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Neue Haas Grotesk Text Pro"/>
            </a:endParaRP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69620064-F80B-94A2-58E4-9DAC94DBA0F7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7681819" y="0"/>
            <a:ext cx="4510186" cy="6096003"/>
          </a:xfrm>
          <a:blipFill>
            <a:blip r:embed="rId2">
              <a:alphaModFix amt="85000"/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8C6A0CF-B3A4-68EA-6B21-B5643FD9202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>
                <a:solidFill>
                  <a:srgbClr val="F0EBE6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14320A4-3D07-61FE-3ADE-D8D69598A00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>
                <a:solidFill>
                  <a:srgbClr val="F0EBE6"/>
                </a:solidFill>
              </a:defRPr>
            </a:lvl1pPr>
          </a:lstStyle>
          <a:p>
            <a:pPr lvl="0"/>
            <a:fld id="{2F1927BE-23B2-46D5-A622-829E437B98C0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53FC123-1781-19AC-5D92-B4A3EC57150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>
                <a:solidFill>
                  <a:srgbClr val="F0EBE6"/>
                </a:solidFill>
              </a:defRPr>
            </a:lvl1pPr>
          </a:lstStyle>
          <a:p>
            <a:pPr lvl="0"/>
            <a:fld id="{9A4CD6EC-14E7-48AC-ADE1-9F52E985770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49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DD988-DC8F-E5B5-C51E-F0A8A58E9E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8096" y="822960"/>
            <a:ext cx="10706096" cy="68391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A9298-3607-58EF-5B03-4E5CE1BA8B3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774652" y="1506876"/>
            <a:ext cx="10693441" cy="466532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3F58513-4C6B-8E74-F47B-EEB49D7898D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BD454B0-12C6-AD07-0CEF-516B264A8B8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4C7A366-B747-4515-941A-4D165F3FEAF9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1BB0A-9033-405C-102C-662EB21447E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543A70A-2FE4-4434-A913-D8D54A510F4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983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8349B-993D-D282-B87C-0A3CC267A7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23862" y="1376409"/>
            <a:ext cx="3834792" cy="2697479"/>
          </a:xfrm>
        </p:spPr>
        <p:txBody>
          <a:bodyPr anchor="b"/>
          <a:lstStyle>
            <a:lvl1pPr>
              <a:defRPr sz="3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164401-24E6-F4CF-99AD-E744ECB7FE4B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823862" y="4073889"/>
            <a:ext cx="3599206" cy="1162248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D00881AA-7ECD-B09C-F8E9-0A8D89CEA20C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0"/>
            <a:ext cx="7274399" cy="6096003"/>
          </a:xfrm>
          <a:blipFill>
            <a:blip r:embed="rId2">
              <a:alphaModFix amt="75000"/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CCBA1-DAB5-0A39-CD52-281D640814D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>
                <a:solidFill>
                  <a:srgbClr val="F0EBE6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B937514E-C632-A81E-F8C5-1A912B1B4D4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>
                <a:solidFill>
                  <a:srgbClr val="F0EBE6"/>
                </a:solidFill>
              </a:defRPr>
            </a:lvl1pPr>
          </a:lstStyle>
          <a:p>
            <a:pPr lvl="0"/>
            <a:fld id="{6089097E-176D-4872-9F29-A3E18F6496BE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619F4D5-F347-40D4-29CA-2795D7D4EB0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>
                <a:solidFill>
                  <a:srgbClr val="F0EBE6"/>
                </a:solidFill>
              </a:defRPr>
            </a:lvl1pPr>
          </a:lstStyle>
          <a:p>
            <a:pPr lvl="0"/>
            <a:fld id="{C0C6AD16-66DC-4F58-8E6B-2586E488098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8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831D-0679-AF22-F8A2-FB45C8C9B2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6089" y="190496"/>
            <a:ext cx="3923891" cy="2673696"/>
          </a:xfrm>
        </p:spPr>
        <p:txBody>
          <a:bodyPr/>
          <a:lstStyle>
            <a:lvl1pPr>
              <a:defRPr sz="3600">
                <a:solidFill>
                  <a:srgbClr val="F0EBE6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67BD2E-3411-FD1A-0FC7-BED62BC85766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61996" y="4873752"/>
            <a:ext cx="3277383" cy="1228944"/>
          </a:xfrm>
        </p:spPr>
        <p:txBody>
          <a:bodyPr anchor="b"/>
          <a:lstStyle>
            <a:lvl1pPr marL="0" indent="0">
              <a:buNone/>
              <a:defRPr sz="1600">
                <a:solidFill>
                  <a:srgbClr val="F0EBE6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ACB8784B-ACC0-FC81-1343-C1BF7F1679FA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743587" y="0"/>
            <a:ext cx="7448418" cy="6093762"/>
          </a:xfrm>
          <a:blipFill>
            <a:blip r:embed="rId2">
              <a:alphaModFix amt="75000"/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F4DB1-D99D-0113-22A3-F07C86835D0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761996" y="6329175"/>
            <a:ext cx="2816836" cy="338328"/>
          </a:xfrm>
        </p:spPr>
        <p:txBody>
          <a:bodyPr/>
          <a:lstStyle>
            <a:lvl1pPr>
              <a:defRPr>
                <a:solidFill>
                  <a:srgbClr val="F0EBE6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FDB20EF9-15A0-5E90-E65F-25003D80FEA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>
                <a:solidFill>
                  <a:srgbClr val="F0EBE6"/>
                </a:solidFill>
              </a:defRPr>
            </a:lvl1pPr>
          </a:lstStyle>
          <a:p>
            <a:pPr lvl="0"/>
            <a:fld id="{B50AEEEB-CEA2-4AA2-BF03-CB26D006FE49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4A95105-6046-374C-7A4E-972048A1B74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>
                <a:solidFill>
                  <a:srgbClr val="F0EBE6"/>
                </a:solidFill>
              </a:defRPr>
            </a:lvl1pPr>
          </a:lstStyle>
          <a:p>
            <a:pPr lvl="0"/>
            <a:fld id="{49719596-937F-495D-8388-9E331AFFB25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263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DBDF0-EEB7-2C55-CEC6-E3F7091A38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3" y="5202936"/>
            <a:ext cx="10858500" cy="850392"/>
          </a:xfrm>
        </p:spPr>
        <p:txBody>
          <a:bodyPr anchor="b"/>
          <a:lstStyle>
            <a:lvl1pPr>
              <a:lnSpc>
                <a:spcPct val="90000"/>
              </a:lnSpc>
              <a:defRPr sz="3600">
                <a:solidFill>
                  <a:srgbClr val="F0EBE6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9F8DA9-14F1-E412-10CD-49DE28CAC276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09603" y="5980176"/>
            <a:ext cx="10858500" cy="419096"/>
          </a:xfrm>
        </p:spPr>
        <p:txBody>
          <a:bodyPr anchor="ctr"/>
          <a:lstStyle>
            <a:lvl1pPr marL="0" indent="0">
              <a:buNone/>
              <a:defRPr>
                <a:solidFill>
                  <a:srgbClr val="F0EBE6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567B941F-CBE3-A278-FD7B-F609A82BF160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0"/>
            <a:ext cx="11468103" cy="5018446"/>
          </a:xfrm>
          <a:blipFill>
            <a:blip r:embed="rId2">
              <a:alphaModFix amt="75000"/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5F208-E2AC-70A0-04A5-F9338B7B0CF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609603" y="6629400"/>
            <a:ext cx="2805406" cy="228600"/>
          </a:xfrm>
        </p:spPr>
        <p:txBody>
          <a:bodyPr/>
          <a:lstStyle>
            <a:lvl1pPr>
              <a:defRPr>
                <a:solidFill>
                  <a:srgbClr val="F0EBE6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66EF97D-5974-4F28-ACA1-2EFAD3F4649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8611243" y="6629400"/>
            <a:ext cx="2376927" cy="228600"/>
          </a:xfrm>
        </p:spPr>
        <p:txBody>
          <a:bodyPr/>
          <a:lstStyle>
            <a:lvl1pPr>
              <a:defRPr>
                <a:solidFill>
                  <a:srgbClr val="F0EBE6"/>
                </a:solidFill>
              </a:defRPr>
            </a:lvl1pPr>
          </a:lstStyle>
          <a:p>
            <a:pPr lvl="0"/>
            <a:fld id="{2DEA76D3-6D72-487A-8A98-480F17015AB5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A0C689-A31A-E54D-0274-27FE2FDB414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153192" y="6629400"/>
            <a:ext cx="429210" cy="228600"/>
          </a:xfrm>
        </p:spPr>
        <p:txBody>
          <a:bodyPr/>
          <a:lstStyle>
            <a:lvl1pPr>
              <a:defRPr>
                <a:solidFill>
                  <a:srgbClr val="F0EBE6"/>
                </a:solidFill>
              </a:defRPr>
            </a:lvl1pPr>
          </a:lstStyle>
          <a:p>
            <a:pPr lvl="0"/>
            <a:fld id="{C78979A3-1CAB-4942-8F48-E9F1EF4A560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276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rgbClr val="9F76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A8F0E-AC08-D56D-431B-EC35B3DE74B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32341" y="250252"/>
            <a:ext cx="9692640" cy="4602842"/>
          </a:xfrm>
        </p:spPr>
        <p:txBody>
          <a:bodyPr/>
          <a:lstStyle>
            <a:lvl1pPr>
              <a:lnSpc>
                <a:spcPct val="90000"/>
              </a:lnSpc>
              <a:defRPr sz="8000">
                <a:solidFill>
                  <a:srgbClr val="F0EBE6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A0240A-332B-B3CA-42CC-7C1DA31BACC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61996" y="5053093"/>
            <a:ext cx="5253785" cy="847191"/>
          </a:xfrm>
        </p:spPr>
        <p:txBody>
          <a:bodyPr anchor="b"/>
          <a:lstStyle>
            <a:lvl1pPr marL="0" indent="0">
              <a:buNone/>
              <a:defRPr sz="1600">
                <a:solidFill>
                  <a:srgbClr val="F0EBE6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E337F85-44F7-8C00-4876-8922FF3141A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>
                <a:solidFill>
                  <a:srgbClr val="F0EBE6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BB32697-69D6-A8C7-D861-CE341A30AAE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>
                <a:solidFill>
                  <a:srgbClr val="F0EBE6"/>
                </a:solidFill>
              </a:defRPr>
            </a:lvl1pPr>
          </a:lstStyle>
          <a:p>
            <a:pPr lvl="0"/>
            <a:fld id="{A9E1E698-53AD-42D3-93B1-F275F913BC70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062FB-6BC1-0C3D-7BCD-4B94C01D65E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>
                <a:solidFill>
                  <a:srgbClr val="F0EBE6"/>
                </a:solidFill>
              </a:defRPr>
            </a:lvl1pPr>
          </a:lstStyle>
          <a:p>
            <a:pPr lvl="0"/>
            <a:fld id="{98E769B7-790C-4F70-8E90-D7A2388AEB2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287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Pr>
        <a:solidFill>
          <a:srgbClr val="1313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4609C-2092-AEB6-0860-9E7AC43A8E4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560320" y="1904302"/>
            <a:ext cx="7084195" cy="2353757"/>
          </a:xfrm>
        </p:spPr>
        <p:txBody>
          <a:bodyPr anchor="ctr" anchorCtr="1"/>
          <a:lstStyle>
            <a:lvl1pPr algn="ctr">
              <a:lnSpc>
                <a:spcPct val="80000"/>
              </a:lnSpc>
              <a:defRPr sz="6000">
                <a:solidFill>
                  <a:srgbClr val="F0EBE6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C1B1A4-51BB-09E2-564D-545F366FF79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262963" y="4597164"/>
            <a:ext cx="5678908" cy="1082183"/>
          </a:xfrm>
        </p:spPr>
        <p:txBody>
          <a:bodyPr anchorCtr="1"/>
          <a:lstStyle>
            <a:lvl1pPr marL="0" indent="0" algn="ctr">
              <a:buNone/>
              <a:defRPr sz="1600">
                <a:solidFill>
                  <a:srgbClr val="F0EBE6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5B32107-4B5F-E1C3-87CA-BB1CA904A3A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>
                <a:solidFill>
                  <a:srgbClr val="F0EBE6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8299B2B-1212-5969-11DA-05FD4A78033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>
                <a:solidFill>
                  <a:srgbClr val="F0EBE6"/>
                </a:solidFill>
              </a:defRPr>
            </a:lvl1pPr>
          </a:lstStyle>
          <a:p>
            <a:pPr lvl="0"/>
            <a:fld id="{BE8C62A9-81F7-4AD4-BD91-FEC306052CD5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4D333-3772-8B23-7F1A-931AB863A77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>
                <a:solidFill>
                  <a:srgbClr val="F0EBE6"/>
                </a:solidFill>
              </a:defRPr>
            </a:lvl1pPr>
          </a:lstStyle>
          <a:p>
            <a:pPr lvl="0"/>
            <a:fld id="{3038997F-AFC1-43CD-AEFD-1203C969BF9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078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Pr>
        <a:solidFill>
          <a:srgbClr val="9F76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A732B-D934-1D06-924A-4B56F784D8D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131673"/>
            <a:ext cx="12120280" cy="5093208"/>
          </a:xfrm>
        </p:spPr>
        <p:txBody>
          <a:bodyPr/>
          <a:lstStyle>
            <a:lvl1pPr>
              <a:lnSpc>
                <a:spcPct val="85000"/>
              </a:lnSpc>
              <a:defRPr sz="12500" spc="-50">
                <a:solidFill>
                  <a:srgbClr val="F0EBE6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D6406A-790B-DACB-1549-CBFA70678C8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61996" y="5356546"/>
            <a:ext cx="6414890" cy="748418"/>
          </a:xfrm>
        </p:spPr>
        <p:txBody>
          <a:bodyPr anchor="ctr"/>
          <a:lstStyle>
            <a:lvl1pPr marL="0" indent="0">
              <a:buNone/>
              <a:defRPr sz="1600">
                <a:solidFill>
                  <a:srgbClr val="F0EBE6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1DEB461-9B01-A9C5-C821-0C05EA1F21F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>
                <a:solidFill>
                  <a:srgbClr val="F0EBE6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00287E0-741E-1D97-8AC4-BD5A1D22DC8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>
                <a:solidFill>
                  <a:srgbClr val="F0EBE6"/>
                </a:solidFill>
              </a:defRPr>
            </a:lvl1pPr>
          </a:lstStyle>
          <a:p>
            <a:pPr lvl="0"/>
            <a:fld id="{D3732765-C869-4E84-812B-236A2D70768A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F92D3-11F9-60D9-1445-0D8579CA3A0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>
                <a:solidFill>
                  <a:srgbClr val="F0EBE6"/>
                </a:solidFill>
              </a:defRPr>
            </a:lvl1pPr>
          </a:lstStyle>
          <a:p>
            <a:pPr lvl="0"/>
            <a:fld id="{CF91DC9A-4637-430D-AD5C-7B0E73C05BF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22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rgbClr val="F0EB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13C15755-B975-1E39-AE23-6AFA4E041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BD9075">
              <a:alpha val="6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Neue Haas Grotesk Text Pro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4E1C145-F1A3-1A49-0278-7F42E90FCA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3704" y="1940942"/>
            <a:ext cx="8771336" cy="4917057"/>
          </a:xfrm>
        </p:spPr>
        <p:txBody>
          <a:bodyPr anchor="b"/>
          <a:lstStyle>
            <a:lvl1pPr>
              <a:lnSpc>
                <a:spcPct val="90000"/>
              </a:lnSpc>
              <a:defRPr sz="7000">
                <a:solidFill>
                  <a:srgbClr val="9F7667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C386E47-8EC1-20AC-0B1E-C07B8532E66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761996" y="64008"/>
            <a:ext cx="2816836" cy="338328"/>
          </a:xfrm>
        </p:spPr>
        <p:txBody>
          <a:bodyPr/>
          <a:lstStyle>
            <a:lvl1pPr>
              <a:defRPr>
                <a:solidFill>
                  <a:srgbClr val="9F7667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66D739D-691A-8249-5A7E-BD6DD0D301C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9290304" y="64008"/>
            <a:ext cx="1612672" cy="338328"/>
          </a:xfrm>
        </p:spPr>
        <p:txBody>
          <a:bodyPr/>
          <a:lstStyle>
            <a:lvl1pPr>
              <a:defRPr>
                <a:solidFill>
                  <a:srgbClr val="9F7667"/>
                </a:solidFill>
              </a:defRPr>
            </a:lvl1pPr>
          </a:lstStyle>
          <a:p>
            <a:pPr lvl="0"/>
            <a:fld id="{72BF59AE-C761-41C5-B16E-5F5B0783E332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0E0AA-B35C-B83A-E0D7-C93AFCA72B8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055096" y="64008"/>
            <a:ext cx="457200" cy="338328"/>
          </a:xfrm>
        </p:spPr>
        <p:txBody>
          <a:bodyPr/>
          <a:lstStyle>
            <a:lvl1pPr>
              <a:defRPr>
                <a:solidFill>
                  <a:srgbClr val="9F7667"/>
                </a:solidFill>
              </a:defRPr>
            </a:lvl1pPr>
          </a:lstStyle>
          <a:p>
            <a:pPr lvl="0"/>
            <a:fld id="{57F28D70-4241-43D0-857F-903652BB811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827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rgbClr val="F0EB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8">
            <a:extLst>
              <a:ext uri="{FF2B5EF4-FFF2-40B4-BE49-F238E27FC236}">
                <a16:creationId xmlns:a16="http://schemas.microsoft.com/office/drawing/2014/main" id="{B54CD623-7C69-A66E-4DC8-6E51EB59B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35580" y="2721089"/>
            <a:ext cx="8456416" cy="413691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8456418"/>
              <a:gd name="f7" fmla="val 4136911"/>
              <a:gd name="f8" fmla="val 501522"/>
              <a:gd name="f9" fmla="val 7315160"/>
              <a:gd name="f10" fmla="val 7389577"/>
              <a:gd name="f11" fmla="val 4136910"/>
              <a:gd name="f12" fmla="val 224539"/>
              <a:gd name="f13" fmla="val 224538"/>
              <a:gd name="f14" fmla="+- 0 0 -90"/>
              <a:gd name="f15" fmla="*/ f3 1 8456418"/>
              <a:gd name="f16" fmla="*/ f4 1 4136911"/>
              <a:gd name="f17" fmla="val f5"/>
              <a:gd name="f18" fmla="val f6"/>
              <a:gd name="f19" fmla="val f7"/>
              <a:gd name="f20" fmla="*/ f14 f0 1"/>
              <a:gd name="f21" fmla="+- f19 0 f17"/>
              <a:gd name="f22" fmla="+- f18 0 f17"/>
              <a:gd name="f23" fmla="*/ f20 1 f2"/>
              <a:gd name="f24" fmla="*/ f22 1 8456418"/>
              <a:gd name="f25" fmla="*/ f21 1 4136911"/>
              <a:gd name="f26" fmla="*/ 501522 f22 1"/>
              <a:gd name="f27" fmla="*/ 0 f21 1"/>
              <a:gd name="f28" fmla="*/ 7315160 f22 1"/>
              <a:gd name="f29" fmla="*/ 7389577 f22 1"/>
              <a:gd name="f30" fmla="*/ 8456418 f22 1"/>
              <a:gd name="f31" fmla="*/ 4136910 f21 1"/>
              <a:gd name="f32" fmla="*/ 4136911 f21 1"/>
              <a:gd name="f33" fmla="*/ 0 f22 1"/>
              <a:gd name="f34" fmla="*/ 501522 f21 1"/>
              <a:gd name="f35" fmla="+- f23 0 f1"/>
              <a:gd name="f36" fmla="*/ f26 1 8456418"/>
              <a:gd name="f37" fmla="*/ f27 1 4136911"/>
              <a:gd name="f38" fmla="*/ f28 1 8456418"/>
              <a:gd name="f39" fmla="*/ f29 1 8456418"/>
              <a:gd name="f40" fmla="*/ f30 1 8456418"/>
              <a:gd name="f41" fmla="*/ f31 1 4136911"/>
              <a:gd name="f42" fmla="*/ f32 1 4136911"/>
              <a:gd name="f43" fmla="*/ f33 1 8456418"/>
              <a:gd name="f44" fmla="*/ f34 1 4136911"/>
              <a:gd name="f45" fmla="*/ f17 1 f24"/>
              <a:gd name="f46" fmla="*/ f18 1 f24"/>
              <a:gd name="f47" fmla="*/ f17 1 f25"/>
              <a:gd name="f48" fmla="*/ f19 1 f25"/>
              <a:gd name="f49" fmla="*/ f36 1 f24"/>
              <a:gd name="f50" fmla="*/ f37 1 f25"/>
              <a:gd name="f51" fmla="*/ f38 1 f24"/>
              <a:gd name="f52" fmla="*/ f39 1 f24"/>
              <a:gd name="f53" fmla="*/ f40 1 f24"/>
              <a:gd name="f54" fmla="*/ f41 1 f25"/>
              <a:gd name="f55" fmla="*/ f42 1 f25"/>
              <a:gd name="f56" fmla="*/ f43 1 f24"/>
              <a:gd name="f57" fmla="*/ f44 1 f25"/>
              <a:gd name="f58" fmla="*/ f45 f15 1"/>
              <a:gd name="f59" fmla="*/ f46 f15 1"/>
              <a:gd name="f60" fmla="*/ f48 f16 1"/>
              <a:gd name="f61" fmla="*/ f47 f16 1"/>
              <a:gd name="f62" fmla="*/ f49 f15 1"/>
              <a:gd name="f63" fmla="*/ f50 f16 1"/>
              <a:gd name="f64" fmla="*/ f51 f15 1"/>
              <a:gd name="f65" fmla="*/ f52 f15 1"/>
              <a:gd name="f66" fmla="*/ f53 f15 1"/>
              <a:gd name="f67" fmla="*/ f54 f16 1"/>
              <a:gd name="f68" fmla="*/ f55 f16 1"/>
              <a:gd name="f69" fmla="*/ f56 f15 1"/>
              <a:gd name="f70" fmla="*/ f57 f1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5">
                <a:pos x="f62" y="f63"/>
              </a:cxn>
              <a:cxn ang="f35">
                <a:pos x="f64" y="f63"/>
              </a:cxn>
              <a:cxn ang="f35">
                <a:pos x="f65" y="f63"/>
              </a:cxn>
              <a:cxn ang="f35">
                <a:pos x="f66" y="f63"/>
              </a:cxn>
              <a:cxn ang="f35">
                <a:pos x="f66" y="f67"/>
              </a:cxn>
              <a:cxn ang="f35">
                <a:pos x="f65" y="f67"/>
              </a:cxn>
              <a:cxn ang="f35">
                <a:pos x="f65" y="f68"/>
              </a:cxn>
              <a:cxn ang="f35">
                <a:pos x="f69" y="f68"/>
              </a:cxn>
              <a:cxn ang="f35">
                <a:pos x="f69" y="f70"/>
              </a:cxn>
              <a:cxn ang="f35">
                <a:pos x="f62" y="f63"/>
              </a:cxn>
            </a:cxnLst>
            <a:rect l="f58" t="f61" r="f59" b="f60"/>
            <a:pathLst>
              <a:path w="8456418" h="4136911">
                <a:moveTo>
                  <a:pt x="f8" y="f5"/>
                </a:moveTo>
                <a:lnTo>
                  <a:pt x="f9" y="f5"/>
                </a:lnTo>
                <a:lnTo>
                  <a:pt x="f10" y="f5"/>
                </a:lnTo>
                <a:lnTo>
                  <a:pt x="f6" y="f5"/>
                </a:lnTo>
                <a:lnTo>
                  <a:pt x="f6" y="f11"/>
                </a:lnTo>
                <a:lnTo>
                  <a:pt x="f10" y="f11"/>
                </a:lnTo>
                <a:lnTo>
                  <a:pt x="f10" y="f7"/>
                </a:lnTo>
                <a:lnTo>
                  <a:pt x="f5" y="f7"/>
                </a:lnTo>
                <a:lnTo>
                  <a:pt x="f5" y="f8"/>
                </a:lnTo>
                <a:cubicBezTo>
                  <a:pt x="f5" y="f12"/>
                  <a:pt x="f13" y="f5"/>
                  <a:pt x="f8" y="f5"/>
                </a:cubicBez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Neue Haas Grotesk Text Pro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DC80398-C015-1851-9779-17EA7F1BCA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96" y="134755"/>
            <a:ext cx="11429597" cy="2213817"/>
          </a:xfrm>
        </p:spPr>
        <p:txBody>
          <a:bodyPr/>
          <a:lstStyle>
            <a:lvl1pPr>
              <a:lnSpc>
                <a:spcPct val="80000"/>
              </a:lnSpc>
              <a:defRPr sz="9000">
                <a:solidFill>
                  <a:srgbClr val="9F7667"/>
                </a:solidFill>
              </a:defRPr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ED934CB6-9F63-0C22-9047-F9C96E0030F3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267203" y="3124203"/>
            <a:ext cx="7200900" cy="2971800"/>
          </a:xfrm>
        </p:spPr>
        <p:txBody>
          <a:bodyPr/>
          <a:lstStyle>
            <a:lvl1pPr marL="342900" indent="-342900">
              <a:buFont typeface="Neue Haas Grotesk Text Pro"/>
              <a:buAutoNum type="arabicPeriod"/>
              <a:defRPr sz="1600"/>
            </a:lvl1pPr>
            <a:lvl2pPr marL="571500" indent="-342900">
              <a:buFont typeface="Neue Haas Grotesk Text Pro"/>
              <a:buAutoNum type="arabicPeriod"/>
              <a:defRPr/>
            </a:lvl2pPr>
            <a:lvl3pPr marL="800100" indent="-342900">
              <a:buFont typeface="Neue Haas Grotesk Text Pro"/>
              <a:buAutoNum type="arabicPeriod"/>
              <a:defRPr/>
            </a:lvl3pPr>
            <a:lvl4pPr marL="1028700" indent="-342900">
              <a:buFont typeface="Neue Haas Grotesk Text Pro"/>
              <a:buAutoNum type="arabicPeriod"/>
              <a:defRPr/>
            </a:lvl4pPr>
            <a:lvl5pPr marL="1257300" indent="-342900">
              <a:buFont typeface="Neue Haas Grotesk Text Pro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38DAAE3-360B-C255-221E-7F047AE4C6E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2BD6EC4E-B0FF-8466-4D6B-1FE80C3754F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65FAF0A-0929-47EC-8735-340E43E64DD4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0433A379-FAED-52BD-074C-C72454DCEAB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00ACBEB-BA9A-474B-ACAF-8022F3A4525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633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F0EB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BDA07-A892-86FA-B4C4-44C751C670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1320" y="154195"/>
            <a:ext cx="11326782" cy="1770854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8800">
                <a:solidFill>
                  <a:srgbClr val="9F7667"/>
                </a:solidFill>
              </a:defRPr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3" name="Picture Placeholder 15">
            <a:extLst>
              <a:ext uri="{FF2B5EF4-FFF2-40B4-BE49-F238E27FC236}">
                <a16:creationId xmlns:a16="http://schemas.microsoft.com/office/drawing/2014/main" id="{C2A21C9C-FCD6-6EBD-67C4-01588D169244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2266751"/>
            <a:ext cx="6871021" cy="4591248"/>
          </a:xfrm>
          <a:blipFill>
            <a:blip r:embed="rId2">
              <a:alphaModFix amt="75000"/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 </a:t>
            </a:r>
          </a:p>
        </p:txBody>
      </p:sp>
      <p:sp>
        <p:nvSpPr>
          <p:cNvPr id="4" name="Freeform: Shape 9">
            <a:extLst>
              <a:ext uri="{FF2B5EF4-FFF2-40B4-BE49-F238E27FC236}">
                <a16:creationId xmlns:a16="http://schemas.microsoft.com/office/drawing/2014/main" id="{D05EA1A9-ADE6-FBA1-6E22-A9043A7AB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84167" y="2266751"/>
            <a:ext cx="5107829" cy="459124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5107831"/>
              <a:gd name="f7" fmla="val 4591248"/>
              <a:gd name="f8" fmla="val 501521"/>
              <a:gd name="f9" fmla="val 501522"/>
              <a:gd name="f10" fmla="val 224539"/>
              <a:gd name="f11" fmla="val 224538"/>
              <a:gd name="f12" fmla="+- 0 0 -90"/>
              <a:gd name="f13" fmla="*/ f3 1 5107831"/>
              <a:gd name="f14" fmla="*/ f4 1 4591248"/>
              <a:gd name="f15" fmla="val f5"/>
              <a:gd name="f16" fmla="val f6"/>
              <a:gd name="f17" fmla="val f7"/>
              <a:gd name="f18" fmla="*/ f12 f0 1"/>
              <a:gd name="f19" fmla="+- f17 0 f15"/>
              <a:gd name="f20" fmla="+- f16 0 f15"/>
              <a:gd name="f21" fmla="*/ f18 1 f2"/>
              <a:gd name="f22" fmla="*/ f20 1 5107831"/>
              <a:gd name="f23" fmla="*/ f19 1 4591248"/>
              <a:gd name="f24" fmla="*/ 501521 f20 1"/>
              <a:gd name="f25" fmla="*/ 0 f19 1"/>
              <a:gd name="f26" fmla="*/ 5107831 f20 1"/>
              <a:gd name="f27" fmla="*/ 4591248 f19 1"/>
              <a:gd name="f28" fmla="*/ 0 f20 1"/>
              <a:gd name="f29" fmla="*/ 501522 f19 1"/>
              <a:gd name="f30" fmla="+- f21 0 f1"/>
              <a:gd name="f31" fmla="*/ f24 1 5107831"/>
              <a:gd name="f32" fmla="*/ f25 1 4591248"/>
              <a:gd name="f33" fmla="*/ f26 1 5107831"/>
              <a:gd name="f34" fmla="*/ f27 1 4591248"/>
              <a:gd name="f35" fmla="*/ f28 1 5107831"/>
              <a:gd name="f36" fmla="*/ f29 1 4591248"/>
              <a:gd name="f37" fmla="*/ f15 1 f22"/>
              <a:gd name="f38" fmla="*/ f16 1 f22"/>
              <a:gd name="f39" fmla="*/ f15 1 f23"/>
              <a:gd name="f40" fmla="*/ f17 1 f23"/>
              <a:gd name="f41" fmla="*/ f31 1 f22"/>
              <a:gd name="f42" fmla="*/ f32 1 f23"/>
              <a:gd name="f43" fmla="*/ f33 1 f22"/>
              <a:gd name="f44" fmla="*/ f34 1 f23"/>
              <a:gd name="f45" fmla="*/ f35 1 f22"/>
              <a:gd name="f46" fmla="*/ f36 1 f23"/>
              <a:gd name="f47" fmla="*/ f37 f13 1"/>
              <a:gd name="f48" fmla="*/ f38 f13 1"/>
              <a:gd name="f49" fmla="*/ f40 f14 1"/>
              <a:gd name="f50" fmla="*/ f39 f14 1"/>
              <a:gd name="f51" fmla="*/ f41 f13 1"/>
              <a:gd name="f52" fmla="*/ f42 f14 1"/>
              <a:gd name="f53" fmla="*/ f43 f13 1"/>
              <a:gd name="f54" fmla="*/ f44 f14 1"/>
              <a:gd name="f55" fmla="*/ f45 f13 1"/>
              <a:gd name="f56" fmla="*/ f46 f1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51" y="f52"/>
              </a:cxn>
              <a:cxn ang="f30">
                <a:pos x="f53" y="f52"/>
              </a:cxn>
              <a:cxn ang="f30">
                <a:pos x="f53" y="f54"/>
              </a:cxn>
              <a:cxn ang="f30">
                <a:pos x="f55" y="f54"/>
              </a:cxn>
              <a:cxn ang="f30">
                <a:pos x="f55" y="f56"/>
              </a:cxn>
              <a:cxn ang="f30">
                <a:pos x="f51" y="f52"/>
              </a:cxn>
            </a:cxnLst>
            <a:rect l="f47" t="f50" r="f48" b="f49"/>
            <a:pathLst>
              <a:path w="5107831" h="4591248">
                <a:moveTo>
                  <a:pt x="f8" y="f5"/>
                </a:moveTo>
                <a:lnTo>
                  <a:pt x="f6" y="f5"/>
                </a:lnTo>
                <a:lnTo>
                  <a:pt x="f6" y="f7"/>
                </a:lnTo>
                <a:lnTo>
                  <a:pt x="f5" y="f7"/>
                </a:lnTo>
                <a:lnTo>
                  <a:pt x="f5" y="f9"/>
                </a:lnTo>
                <a:cubicBezTo>
                  <a:pt x="f5" y="f10"/>
                  <a:pt x="f11" y="f5"/>
                  <a:pt x="f8" y="f5"/>
                </a:cubicBez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Neue Haas Grotesk Text Pro"/>
            </a:endParaRP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848A32A9-6CAA-757F-5CD7-327B4B894701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7597831" y="2762448"/>
            <a:ext cx="3870271" cy="3333545"/>
          </a:xfrm>
        </p:spPr>
        <p:txBody>
          <a:bodyPr/>
          <a:lstStyle>
            <a:lvl1pPr marL="342900" indent="-342900">
              <a:buFont typeface="Neue Haas Grotesk Text Pro"/>
              <a:buAutoNum type="arabicPeriod"/>
              <a:defRPr sz="1600"/>
            </a:lvl1pPr>
            <a:lvl2pPr marL="571500" indent="-342900">
              <a:buFont typeface="Neue Haas Grotesk Text Pro"/>
              <a:buAutoNum type="arabicPeriod"/>
              <a:defRPr/>
            </a:lvl2pPr>
            <a:lvl3pPr marL="800100" indent="-342900">
              <a:buFont typeface="Neue Haas Grotesk Text Pro"/>
              <a:buAutoNum type="arabicPeriod"/>
              <a:defRPr/>
            </a:lvl3pPr>
            <a:lvl4pPr marL="1028700" indent="-342900">
              <a:buFont typeface="Neue Haas Grotesk Text Pro"/>
              <a:buAutoNum type="arabicPeriod"/>
              <a:defRPr/>
            </a:lvl4pPr>
            <a:lvl5pPr marL="1257300" indent="-342900">
              <a:buFont typeface="Neue Haas Grotesk Text Pro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D1C958-C345-E51F-83B1-99A29FF5D1B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7597831" y="6329175"/>
            <a:ext cx="2020540" cy="338328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D3BBD412-B0AA-82D7-12C8-A87D98E7ED6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9498165" y="6329175"/>
            <a:ext cx="1405917" cy="338328"/>
          </a:xfrm>
        </p:spPr>
        <p:txBody>
          <a:bodyPr/>
          <a:lstStyle>
            <a:lvl1pPr>
              <a:defRPr/>
            </a:lvl1pPr>
          </a:lstStyle>
          <a:p>
            <a:pPr lvl="0"/>
            <a:fld id="{7E5345AF-F168-4669-8444-A45FD574D4AB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005C37AB-2119-1F9B-06BC-A63FBC2330D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FDF69F4-E6CA-436B-8C65-439FE278663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1694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bg>
      <p:bgPr>
        <a:solidFill>
          <a:srgbClr val="F0EB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6236-AAF8-2F06-9612-DA8513FE40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428" y="5434068"/>
            <a:ext cx="11259674" cy="1340629"/>
          </a:xfrm>
        </p:spPr>
        <p:txBody>
          <a:bodyPr anchor="ctr">
            <a:noAutofit/>
          </a:bodyPr>
          <a:lstStyle>
            <a:lvl1pPr>
              <a:lnSpc>
                <a:spcPct val="80000"/>
              </a:lnSpc>
              <a:defRPr sz="9200">
                <a:solidFill>
                  <a:srgbClr val="9F7667"/>
                </a:solidFill>
              </a:defRPr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0EF296DA-ED39-CBBF-7888-DC4832CB464E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0"/>
            <a:ext cx="7075654" cy="5017477"/>
          </a:xfrm>
          <a:blipFill>
            <a:blip r:embed="rId2">
              <a:alphaModFix amt="75000"/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E8CB6081-5EDB-0E7A-7D2C-FFBE7C100755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7701095" y="791111"/>
            <a:ext cx="3767007" cy="4226365"/>
          </a:xfrm>
        </p:spPr>
        <p:txBody>
          <a:bodyPr/>
          <a:lstStyle>
            <a:lvl1pPr marL="342900" indent="-342900">
              <a:buFont typeface="Neue Haas Grotesk Text Pro"/>
              <a:buAutoNum type="arabicPeriod"/>
              <a:defRPr sz="1600"/>
            </a:lvl1pPr>
            <a:lvl2pPr marL="571500" indent="-342900">
              <a:buFont typeface="Neue Haas Grotesk Text Pro"/>
              <a:buAutoNum type="arabicPeriod"/>
              <a:defRPr/>
            </a:lvl2pPr>
            <a:lvl3pPr marL="800100" indent="-342900">
              <a:buFont typeface="Neue Haas Grotesk Text Pro"/>
              <a:buAutoNum type="arabicPeriod"/>
              <a:defRPr/>
            </a:lvl3pPr>
            <a:lvl4pPr marL="1028700" indent="-342900">
              <a:buFont typeface="Neue Haas Grotesk Text Pro"/>
              <a:buAutoNum type="arabicPeriod"/>
              <a:defRPr/>
            </a:lvl4pPr>
            <a:lvl5pPr marL="1257300" indent="-342900">
              <a:buFont typeface="Neue Haas Grotesk Text Pro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1FB5AED3-3968-150F-008D-3FE033AE113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7701095" y="190981"/>
            <a:ext cx="2713573" cy="338328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C3A34FB8-64E1-8755-406B-D591C3948C6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9829800" y="190981"/>
            <a:ext cx="1074282" cy="338328"/>
          </a:xfrm>
        </p:spPr>
        <p:txBody>
          <a:bodyPr/>
          <a:lstStyle>
            <a:lvl1pPr>
              <a:defRPr/>
            </a:lvl1pPr>
          </a:lstStyle>
          <a:p>
            <a:pPr lvl="0"/>
            <a:fld id="{C325A8EA-0E2F-4ACD-9B80-6E81276F61D2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CC1AE-F302-E65E-5529-86FE4E22854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050743" y="190981"/>
            <a:ext cx="457200" cy="338328"/>
          </a:xfrm>
        </p:spPr>
        <p:txBody>
          <a:bodyPr/>
          <a:lstStyle>
            <a:lvl1pPr>
              <a:defRPr/>
            </a:lvl1pPr>
          </a:lstStyle>
          <a:p>
            <a:pPr lvl="0"/>
            <a:fld id="{5910E05D-5D5E-48A4-B0C0-8398FE27A96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3624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B6A5D-4919-90A6-8BAB-D361F360A7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9874" y="1717298"/>
            <a:ext cx="5618603" cy="1189808"/>
          </a:xfrm>
        </p:spPr>
        <p:txBody>
          <a:bodyPr anchor="b" anchorCtr="1"/>
          <a:lstStyle>
            <a:lvl1pPr algn="ctr"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0670B7D1-12F9-0D65-A804-DB62A1743C81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884736" y="3138476"/>
            <a:ext cx="4428878" cy="2116570"/>
          </a:xfrm>
        </p:spPr>
        <p:txBody>
          <a:bodyPr anchorCtr="1"/>
          <a:lstStyle>
            <a:lvl1pPr marL="0" indent="0" algn="ctr">
              <a:buNone/>
              <a:defRPr/>
            </a:lvl1pPr>
            <a:lvl2pPr marL="228600" indent="0" algn="ctr">
              <a:buNone/>
              <a:defRPr sz="1200"/>
            </a:lvl2pPr>
            <a:lvl3pPr marL="457200" indent="0" algn="ctr">
              <a:buNone/>
              <a:defRPr sz="1100"/>
            </a:lvl3pPr>
            <a:lvl4pPr marL="685800" indent="0" algn="ctr">
              <a:buNone/>
              <a:defRPr sz="1100"/>
            </a:lvl4pPr>
            <a:lvl5pPr marL="914400" indent="0" algn="ctr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8EC6F73-C30B-1F1E-B754-75C29BF30DC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4C39C29-94E6-E223-1B5E-73605A339A9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822D7A0-601A-47C8-B87F-5DAC21E15EDC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A4A41-2A70-2695-F82B-9CD0C3E75B0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4F728A9-1157-4714-A0A3-568AAE9B992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9387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A8209-7897-2275-BBD9-F75D649D0D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39158" y="1993392"/>
            <a:ext cx="3097923" cy="216035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50823201-E307-DB5C-8638-EDA24420A94C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439107" y="1993392"/>
            <a:ext cx="4856094" cy="3538727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668A34C-B441-C9DB-C79C-FB43460AA5E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67984B3-34E0-2957-854E-73F394C737D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F625D27-961C-4211-A15B-F8158B43F102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E90B1-51BD-2635-DEE0-2754F9DF3F2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B44277D-3911-468F-9853-9FF54B53014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0382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FC1CE-6252-7533-0AA2-61CEBDCFFB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42628" y="1508760"/>
            <a:ext cx="3390439" cy="2857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11AC11E3-9CB6-4AD3-005C-82B0DA3C089B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457596" y="1508760"/>
            <a:ext cx="5233668" cy="413187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6ADB946-D7A5-7E83-D665-8448024630D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E938DB5-5F00-846D-277B-F2400EFD321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2A54097-2153-4BFA-8917-62310B66EABF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35714-F5F6-3436-09B0-FAA1245E5F1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03B287F-922B-49BA-9EFF-8F7C8FD3336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2485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2B1AD-E408-511C-0298-586D24B138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196" y="1097280"/>
            <a:ext cx="3205904" cy="34281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10B5DDBE-8537-4294-DC9E-04F9043DD70A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846320" y="1098487"/>
            <a:ext cx="6126480" cy="507371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7D99219-804E-95C0-B93B-7B8A208C868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683DA17-5533-BBC0-E2B5-722991865E1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29EF244-CE9E-4A91-BB75-C868C473BBC4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ABE2B-395C-706C-45E2-2883762066F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3A63613-95F7-4FA3-8916-BA4FC811E5D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4207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3AFC1-B13A-40B2-57DB-4B9AAB09EE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8096" y="822960"/>
            <a:ext cx="3367241" cy="203120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7ADC42FF-D5BD-F420-E2B8-BFA55C5B17C6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494998" y="822960"/>
            <a:ext cx="7087404" cy="53492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13BD3F6-E5E0-5CE8-8634-16CAFBB81B8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46FF486-1E43-BE10-9059-F4D88F928C9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E153096-0007-4AA1-B267-78735FB85983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A649D-0E76-FBD4-0363-9EDE6A4B72E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8284E3E-1895-4A6C-B1AF-509926DD1ED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955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64226-5C9C-70B3-CCAE-56D7C9D23A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60520" y="822960"/>
            <a:ext cx="7305004" cy="97265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483A0705-1677-B18A-7160-550B2C53909E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0"/>
            <a:ext cx="3493008" cy="6107204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84ED5628-7F84-8FBE-00F2-296BEE7CA7CF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163098" y="1993392"/>
            <a:ext cx="7305004" cy="412088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4750E549-3D20-871C-04D8-8AFD2CE0D92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9EDF5E84-2AD8-CA0B-AFA1-703277310CD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346E26C-8E7D-487C-AA4B-FF3588238A1A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3F906-CAA3-6461-3FE7-E74A3A3E2FB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4021A38-9771-471C-8CF8-F6FB1080E90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6421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16C2D-BC57-D397-5202-EC00ADF807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8096" y="822960"/>
            <a:ext cx="7196328" cy="106832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639C28C2-5DC2-3349-C1FD-5150DE11BAD4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768096" y="1996436"/>
            <a:ext cx="7196328" cy="409955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AB699240-37AA-DE3D-FDC6-A1EE6C8553B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F03CF7-0958-D055-3C98-4ECDBED63F1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4974107" y="6329175"/>
            <a:ext cx="2660903" cy="338328"/>
          </a:xfrm>
        </p:spPr>
        <p:txBody>
          <a:bodyPr/>
          <a:lstStyle>
            <a:lvl1pPr>
              <a:defRPr/>
            </a:lvl1pPr>
          </a:lstStyle>
          <a:p>
            <a:pPr lvl="0"/>
            <a:fld id="{FC69A5F4-9EAC-4E37-B9BF-9BAD61EFD522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5604B772-A4B4-DD78-DC04-350DB26EFFC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7809835" y="6329175"/>
            <a:ext cx="457200" cy="338328"/>
          </a:xfrm>
        </p:spPr>
        <p:txBody>
          <a:bodyPr/>
          <a:lstStyle>
            <a:lvl1pPr>
              <a:defRPr/>
            </a:lvl1pPr>
          </a:lstStyle>
          <a:p>
            <a:pPr lvl="0"/>
            <a:fld id="{1C656658-8E48-4FE0-AFE9-D781F7901489}" type="slidenum">
              <a:t>‹#›</a:t>
            </a:fld>
            <a:endParaRPr lang="en-US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9064FB76-B948-F788-86C0-A887B7C25A18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8698988" y="758458"/>
            <a:ext cx="3493017" cy="609954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676225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CDF41-3EBC-7B21-D8EA-EB06782FEB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78798" y="374904"/>
            <a:ext cx="8029145" cy="914400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9F51B5A8-ABCA-17FB-A693-0256882380C8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0"/>
            <a:ext cx="2812575" cy="6096003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1389899C-5EF3-3A04-D3A0-1F3A12F8E3E9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478798" y="1444752"/>
            <a:ext cx="8029145" cy="472744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3ECFD3AA-35F3-21A6-256D-2D29C9BF07B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3478798" y="6329175"/>
            <a:ext cx="2699610" cy="338328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6FDEC2CA-44D2-DEF8-9536-CA5ED2713E1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C3E8DC2-B487-4AC6-BAF0-46F31DCFE05E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3CCA24-B0DE-B531-5A05-1A25B3A5D01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33591C9-DF4D-463A-BF5C-4273C65AA5C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9805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93D30-94EF-E868-BDEB-C1484E59E7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8096" y="365760"/>
            <a:ext cx="7935949" cy="914400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EB1A88E5-1F5A-68E2-AF00-56610B53B7E8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768096" y="1444752"/>
            <a:ext cx="7935949" cy="472744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8D33FC54-3E80-BF10-A3CF-8526151E3CA9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9379421" y="0"/>
            <a:ext cx="2812575" cy="6096003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3A5D168F-558C-500E-8741-6B314BFF79B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768096" y="6329175"/>
            <a:ext cx="2699610" cy="338328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19CA2293-8718-6C51-241C-0405DBF8E22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D799CC5-A80C-45E4-AF9A-015040A76099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2462EF-B22A-6CE2-6E32-B5CF6D0C4F3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0105ADA-439D-49E7-805F-9DBF44B701E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566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2D76C-EB01-8FA1-58EC-5559866E80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81297" y="822960"/>
            <a:ext cx="5986796" cy="109210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73F3AD68-79C3-1808-B11C-F5125137246D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0"/>
            <a:ext cx="4785137" cy="6096003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73E161DA-1C37-2B1E-08D6-41BCADE421E2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481297" y="1996436"/>
            <a:ext cx="5986796" cy="409955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B048D602-3A60-25D0-81D7-1592707B192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1C4710AE-744D-7B11-3B9F-43D940EBCEA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EFD9171-2694-4137-9F67-29683C90F35E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39D72-B9FA-71BD-47FA-C26970D1E0C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A3233F9-E8DD-43BA-BFBC-3934D2B960B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5632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112F5-CB75-0520-94C3-92DA815787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1726" y="822960"/>
            <a:ext cx="6140333" cy="97321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B544C174-3308-AE7B-635B-F9A444D4936A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771726" y="1996436"/>
            <a:ext cx="6140333" cy="409924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FF3E68C-089F-C065-CECB-6A2F5E234C2E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7619996" y="0"/>
            <a:ext cx="4572000" cy="609569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5" name="Footer Placeholder 8">
            <a:extLst>
              <a:ext uri="{FF2B5EF4-FFF2-40B4-BE49-F238E27FC236}">
                <a16:creationId xmlns:a16="http://schemas.microsoft.com/office/drawing/2014/main" id="{3D19A784-BF2E-D952-37EF-8E31AE07424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1BF68F6C-8FC7-0498-8602-40C16443A88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CBD5F51-7199-4805-BCAF-84F1BB63AA9E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AFE0A0F8-8C8D-D567-BC0D-81C3DB96AAF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D99B109-DCEA-47C9-9C08-5FFEDCCFE9D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2196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2CBE8-9AA3-46DF-8908-4E7DA729EE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915" y="822960"/>
            <a:ext cx="4243346" cy="108969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3D9AEF-C4F9-5178-0115-276F71171EFD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0"/>
            <a:ext cx="6548530" cy="6100465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82D0F061-0815-50B4-FADB-2BD014B66088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7223065" y="1988819"/>
            <a:ext cx="4244187" cy="411164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8">
            <a:extLst>
              <a:ext uri="{FF2B5EF4-FFF2-40B4-BE49-F238E27FC236}">
                <a16:creationId xmlns:a16="http://schemas.microsoft.com/office/drawing/2014/main" id="{49248931-9053-E344-3F0D-49B6AC19E84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5C251557-A1D3-ADB4-582C-1C6F33BE998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10CEAAA-879D-44B3-B524-D42BF35568E7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13CD8309-94E8-E6F3-8368-E7C214A225B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A3A3A6C-1A29-40F5-AB2B-E62500B6BFB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21157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EA402-7E37-0784-003A-BA5A3D340A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1726" y="822960"/>
            <a:ext cx="4177555" cy="103124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5B347167-CB20-A82A-8614-B5493AC4C464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771726" y="1993392"/>
            <a:ext cx="4177555" cy="410261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5FB1120-B5DE-401E-3DCB-BB65537228FB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5643722" y="0"/>
            <a:ext cx="6548274" cy="610585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95213067-0991-A5FC-B74B-0D0097DF94F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2A3B408B-A71F-35BA-E184-6B489145172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1F480D0-0298-4B1B-9926-45BCC01F2FF4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73D774-7E6A-A3B8-2A69-977982D4C70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B303802-6857-463B-A44B-A3FE634829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094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B8DFE-66E1-6378-7A7F-2B217A253B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915" y="822960"/>
            <a:ext cx="4243346" cy="108969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18">
            <a:extLst>
              <a:ext uri="{FF2B5EF4-FFF2-40B4-BE49-F238E27FC236}">
                <a16:creationId xmlns:a16="http://schemas.microsoft.com/office/drawing/2014/main" id="{4733225B-D1A4-0B80-DD37-0E23A526FF3B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765215"/>
            <a:ext cx="6559823" cy="6092784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88458006-70A0-E760-79CB-7E6D844B0BE8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7223065" y="1988819"/>
            <a:ext cx="4244187" cy="41071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4FE9CACB-D220-DD4B-C27D-DC74AA7E6AD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7223065" y="6329175"/>
            <a:ext cx="2816836" cy="338328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3495BC28-E237-2985-AA7E-600D61DBD71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9601200" y="6329175"/>
            <a:ext cx="1387592" cy="338328"/>
          </a:xfrm>
        </p:spPr>
        <p:txBody>
          <a:bodyPr/>
          <a:lstStyle>
            <a:lvl1pPr>
              <a:defRPr/>
            </a:lvl1pPr>
          </a:lstStyle>
          <a:p>
            <a:pPr lvl="0"/>
            <a:fld id="{A9E78CC2-CCBC-40F4-9F14-F1A85A3ADD42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0333F9-3094-F5BD-63A4-FD4699E043D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055096" y="6329175"/>
            <a:ext cx="454438" cy="338328"/>
          </a:xfrm>
        </p:spPr>
        <p:txBody>
          <a:bodyPr/>
          <a:lstStyle>
            <a:lvl1pPr>
              <a:defRPr/>
            </a:lvl1pPr>
          </a:lstStyle>
          <a:p>
            <a:pPr lvl="0"/>
            <a:fld id="{08C92FC8-121C-40D4-98C9-3502D86A9A9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7795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A5F86-B2B5-38F9-A07B-70755DC6BD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8096" y="822319"/>
            <a:ext cx="2959272" cy="163084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A27771DA-843D-3D5E-E6CF-0448484628FC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768096" y="2590796"/>
            <a:ext cx="2959272" cy="350519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5C3D2492-A0EB-BFDD-090E-324F960108B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768096" y="6327648"/>
            <a:ext cx="1833673" cy="338328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B3ACBE-C57B-0C8F-DB0C-116C134A358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2601769" y="6318659"/>
            <a:ext cx="1092881" cy="338328"/>
          </a:xfrm>
        </p:spPr>
        <p:txBody>
          <a:bodyPr/>
          <a:lstStyle>
            <a:lvl1pPr>
              <a:defRPr/>
            </a:lvl1pPr>
          </a:lstStyle>
          <a:p>
            <a:pPr lvl="0"/>
            <a:fld id="{367124C6-28F5-4C98-ACE1-BE4DDE2C9ADD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4C4DA56E-FE63-45E6-49ED-E5E366CF893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3694660" y="6318659"/>
            <a:ext cx="457200" cy="338328"/>
          </a:xfrm>
        </p:spPr>
        <p:txBody>
          <a:bodyPr/>
          <a:lstStyle>
            <a:lvl1pPr>
              <a:defRPr/>
            </a:lvl1pPr>
          </a:lstStyle>
          <a:p>
            <a:pPr lvl="0"/>
            <a:fld id="{6DC63045-9092-41B3-8210-13302BC02D4D}" type="slidenum">
              <a:t>‹#›</a:t>
            </a:fld>
            <a:endParaRPr lang="en-US"/>
          </a:p>
        </p:txBody>
      </p:sp>
      <p:sp>
        <p:nvSpPr>
          <p:cNvPr id="7" name="Picture Placeholder 11">
            <a:extLst>
              <a:ext uri="{FF2B5EF4-FFF2-40B4-BE49-F238E27FC236}">
                <a16:creationId xmlns:a16="http://schemas.microsoft.com/office/drawing/2014/main" id="{1C85FC15-A811-C15B-4335-F0FA0BBE89C9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383030" y="765215"/>
            <a:ext cx="7808966" cy="6092784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329693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A70BE-E8D5-A0AF-206A-506D51C6A4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8096" y="4842433"/>
            <a:ext cx="3636742" cy="125356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0569CE29-FEA8-854A-1C12-84ECFDB61CC5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0"/>
            <a:ext cx="11468103" cy="4354144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30645032-CD35-A361-A3ED-F2084B1D14E1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889635" y="4854631"/>
            <a:ext cx="6579802" cy="1393765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E6632DE1-681E-E1F6-D6AF-770B3FBD3F4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3BE5E5B5-D6F8-61A4-4CC0-C967B6730F0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1F562A5-F192-4F93-8C58-46D1417F2211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E6DA33-2A54-42F9-33B8-D47780FA9FA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9D39487-D1C8-436F-8B54-2A7404A421E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1682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FCE1F-445C-F4ED-3C2F-D8A8243CD4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2091" y="4095743"/>
            <a:ext cx="3242188" cy="1704459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9772FCB4-15A3-466A-1805-0DE20A7DAD63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0"/>
            <a:ext cx="11468103" cy="365960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6DEEF8AA-B44D-DA12-93C1-A9B5C4C86E97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375358" y="4095743"/>
            <a:ext cx="7092744" cy="200601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214AD048-7F98-9C8A-6A7D-94FB09136C1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5992EB80-1586-10BA-A1D1-EA03E7E0036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BB66791-7BC5-4A35-9701-7D2DDFAB5C0B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3C4050-26D5-9AB7-B73C-E6AD70A1D8C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B5FACBA-CC2D-444A-9067-245CF6D6BEC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51246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B0D57-E784-A353-891E-24414CF448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8096" y="822960"/>
            <a:ext cx="3159974" cy="161274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Footer Placeholder 8">
            <a:extLst>
              <a:ext uri="{FF2B5EF4-FFF2-40B4-BE49-F238E27FC236}">
                <a16:creationId xmlns:a16="http://schemas.microsoft.com/office/drawing/2014/main" id="{CBFAB48E-6BB9-F879-306E-FCDC6560958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772091" y="64008"/>
            <a:ext cx="2816836" cy="338328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A8D0D54B-6E03-BCA3-6E97-B2708C47C78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9291410" y="64008"/>
            <a:ext cx="1612672" cy="338328"/>
          </a:xfrm>
        </p:spPr>
        <p:txBody>
          <a:bodyPr/>
          <a:lstStyle>
            <a:lvl1pPr>
              <a:defRPr/>
            </a:lvl1pPr>
          </a:lstStyle>
          <a:p>
            <a:pPr lvl="0"/>
            <a:fld id="{2DDB37E6-4DBD-4C5F-875F-BB9174C2BBC1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0ADEAAB3-87F2-CBB7-E6D4-D0DD1749187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050743" y="64008"/>
            <a:ext cx="457200" cy="338328"/>
          </a:xfrm>
        </p:spPr>
        <p:txBody>
          <a:bodyPr/>
          <a:lstStyle>
            <a:lvl1pPr>
              <a:defRPr/>
            </a:lvl1pPr>
          </a:lstStyle>
          <a:p>
            <a:pPr lvl="0"/>
            <a:fld id="{0694675C-D25B-49DE-B7C2-CF01ECCC3BD0}" type="slidenum">
              <a:t>‹#›</a:t>
            </a:fld>
            <a:endParaRPr lang="en-US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24C52CBD-89E6-C882-C3F6-48CFAFF4E5BF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375358" y="822960"/>
            <a:ext cx="7092744" cy="1998677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3903AAE6-D7A2-8CCE-61B4-B53F44BF844A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3268074"/>
            <a:ext cx="11468103" cy="3589925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533354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41BD1-AEB9-A5DF-B0C6-114DC68B07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2091" y="3316099"/>
            <a:ext cx="3242188" cy="1704459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253D27EE-6656-17F7-48CE-FBC51861720B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0"/>
            <a:ext cx="11468103" cy="287995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E201F244-58E5-CEBA-8E14-31B1ADCCE161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375358" y="3316099"/>
            <a:ext cx="7092744" cy="285292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151DB4FE-FC44-F33F-F10A-136FB2ACC22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2846745A-8121-55F4-CB69-05AF6FEC261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1A7137F-60CB-47CB-9475-C4831274CC40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5FA87F-787D-4BB1-7C82-A63026FCCD9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B30FA03-E9FD-4D1F-A94B-E11BE8650EE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717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9B4F3-53D9-4512-E3A2-AEBBF3015C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8096" y="822960"/>
            <a:ext cx="10706096" cy="60442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D1124F05-7A51-BDCD-B6CD-223CF677EE11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1750088"/>
            <a:ext cx="6553943" cy="510791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C7B9C68-609E-0625-C3F1-570645BEDF08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7199994" y="1679167"/>
            <a:ext cx="4268108" cy="449303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0AACC847-E9C1-D679-5FD8-0C5D1137194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7199994" y="6389699"/>
            <a:ext cx="2183824" cy="338328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BE9DCD5A-DF0D-2F50-FDE2-EE6944B38C3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9373706" y="6389699"/>
            <a:ext cx="1625602" cy="338328"/>
          </a:xfrm>
        </p:spPr>
        <p:txBody>
          <a:bodyPr/>
          <a:lstStyle>
            <a:lvl1pPr>
              <a:defRPr/>
            </a:lvl1pPr>
          </a:lstStyle>
          <a:p>
            <a:pPr lvl="0"/>
            <a:fld id="{B7F5F26B-A35D-46FF-973C-47B1DEDA3862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59C64A-6F3F-2C4C-0E9A-31903571534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125203" y="6389699"/>
            <a:ext cx="457200" cy="338328"/>
          </a:xfrm>
        </p:spPr>
        <p:txBody>
          <a:bodyPr/>
          <a:lstStyle>
            <a:lvl1pPr>
              <a:defRPr/>
            </a:lvl1pPr>
          </a:lstStyle>
          <a:p>
            <a:pPr lvl="0"/>
            <a:fld id="{AB3371A6-A226-47A2-A71A-BE6DD056BA6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45360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DE3ED-B943-750D-6164-A1C454F676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8096" y="822960"/>
            <a:ext cx="4811170" cy="9169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D920B92C-74B7-C6CF-6B65-39783128B216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1958288"/>
            <a:ext cx="5620853" cy="489971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B1C3B96B-0112-BD0B-CC7C-6B61744BA0C6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314188" y="822960"/>
            <a:ext cx="5153915" cy="527304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68CB10E6-CCB1-07AC-64C6-4ACDA442281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6311792" y="6387559"/>
            <a:ext cx="2868390" cy="338328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01DAB99C-C28B-075C-9577-B65BE5D84F2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9331918" y="6387559"/>
            <a:ext cx="1658675" cy="338328"/>
          </a:xfrm>
        </p:spPr>
        <p:txBody>
          <a:bodyPr/>
          <a:lstStyle>
            <a:lvl1pPr>
              <a:defRPr/>
            </a:lvl1pPr>
          </a:lstStyle>
          <a:p>
            <a:pPr lvl="0"/>
            <a:fld id="{A33C1B45-1FC7-44AD-A344-8459DCBBA1A0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4115E1-98C0-3320-E052-D31E47FBE9B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142320" y="6387559"/>
            <a:ext cx="457200" cy="338328"/>
          </a:xfrm>
        </p:spPr>
        <p:txBody>
          <a:bodyPr/>
          <a:lstStyle>
            <a:lvl1pPr>
              <a:defRPr/>
            </a:lvl1pPr>
          </a:lstStyle>
          <a:p>
            <a:pPr lvl="0"/>
            <a:fld id="{258D5F95-3D4A-4FA2-A9C2-8F9DE17708C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3744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34077-367B-CD8C-FCEC-EEF95964D0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8096" y="822960"/>
            <a:ext cx="3383280" cy="126936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7CDAA07D-AE95-7EF6-0FC3-D6B05731849E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2387461"/>
            <a:ext cx="4145276" cy="4470538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AC6CB4BF-FD54-08E9-5317-7ACAB4DFEECE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839480" y="781683"/>
            <a:ext cx="6628622" cy="539051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FC571E1-8E33-E043-5E4E-274E988E892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5146261" y="6388217"/>
            <a:ext cx="2969011" cy="338328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082DFFFA-0549-B6D2-BF09-F8761BD697B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8432999" y="6388217"/>
            <a:ext cx="2558902" cy="338328"/>
          </a:xfrm>
        </p:spPr>
        <p:txBody>
          <a:bodyPr/>
          <a:lstStyle>
            <a:lvl1pPr>
              <a:defRPr/>
            </a:lvl1pPr>
          </a:lstStyle>
          <a:p>
            <a:pPr lvl="0"/>
            <a:fld id="{E911AE57-0FB1-4B8E-AB5C-0573641C94C5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75E165-20A9-C754-F48E-1608FD9424F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142320" y="6388217"/>
            <a:ext cx="457200" cy="338328"/>
          </a:xfrm>
        </p:spPr>
        <p:txBody>
          <a:bodyPr/>
          <a:lstStyle>
            <a:lvl1pPr>
              <a:defRPr/>
            </a:lvl1pPr>
          </a:lstStyle>
          <a:p>
            <a:pPr lvl="0"/>
            <a:fld id="{A7660EAB-AE5B-4B9A-930B-5762226E610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25668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rgbClr val="F0EB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DB4F18DD-D9EA-8A59-1DB0-EAD8BB800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527" y="0"/>
            <a:ext cx="12191996" cy="6858000"/>
          </a:xfrm>
          <a:prstGeom prst="rect">
            <a:avLst/>
          </a:prstGeom>
          <a:solidFill>
            <a:srgbClr val="BD9075">
              <a:alpha val="62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Neue Haas Grotesk Text Pro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2B7EE83-69E6-0F27-BFA3-17D7253289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89888" y="4809744"/>
            <a:ext cx="9345167" cy="1225296"/>
          </a:xfrm>
        </p:spPr>
        <p:txBody>
          <a:bodyPr anchorCtr="1"/>
          <a:lstStyle>
            <a:lvl1pPr algn="ctr">
              <a:lnSpc>
                <a:spcPct val="120000"/>
              </a:lnSpc>
              <a:defRPr sz="2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F1B4CF54-291A-4573-3BE3-122A9A986E6B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93776" y="603504"/>
            <a:ext cx="11201400" cy="4206240"/>
          </a:xfrm>
        </p:spPr>
        <p:txBody>
          <a:bodyPr anchor="b" anchorCtr="1"/>
          <a:lstStyle>
            <a:lvl1pPr marL="0" indent="0" algn="ctr">
              <a:lnSpc>
                <a:spcPct val="90000"/>
              </a:lnSpc>
              <a:buNone/>
              <a:defRPr sz="27800">
                <a:solidFill>
                  <a:srgbClr val="9F7667"/>
                </a:solidFill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406B52A-09FB-B9FA-4D9E-1C2643559A9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65A8D0C9-9385-EE59-6753-3553ED25F48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/>
            <a:fld id="{1F457E8E-FCB3-461C-9E70-FDC33EB7E4EE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B86C9390-637B-5318-7F13-CD6F763D12A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/>
            <a:fld id="{84E19FA3-1CB4-4D7B-B514-798B2CBF329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1574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rgbClr val="F0EB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7">
            <a:extLst>
              <a:ext uri="{FF2B5EF4-FFF2-40B4-BE49-F238E27FC236}">
                <a16:creationId xmlns:a16="http://schemas.microsoft.com/office/drawing/2014/main" id="{29DCEEC0-05CF-775C-CDC8-4BAB31DE2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208687" cy="5154134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1208688"/>
              <a:gd name="f7" fmla="val 5154130"/>
              <a:gd name="f8" fmla="val 526471"/>
              <a:gd name="f9" fmla="val 4126137"/>
              <a:gd name="f10" fmla="val 4652608"/>
              <a:gd name="f11" fmla="val 4929591"/>
              <a:gd name="f12" fmla="val 10984149"/>
              <a:gd name="f13" fmla="val 10707166"/>
              <a:gd name="f14" fmla="val 4627659"/>
              <a:gd name="f15" fmla="+- 0 0 -90"/>
              <a:gd name="f16" fmla="*/ f3 1 11208688"/>
              <a:gd name="f17" fmla="*/ f4 1 5154130"/>
              <a:gd name="f18" fmla="val f5"/>
              <a:gd name="f19" fmla="val f6"/>
              <a:gd name="f20" fmla="val f7"/>
              <a:gd name="f21" fmla="*/ f15 f0 1"/>
              <a:gd name="f22" fmla="+- f20 0 f18"/>
              <a:gd name="f23" fmla="+- f19 0 f18"/>
              <a:gd name="f24" fmla="*/ f21 1 f2"/>
              <a:gd name="f25" fmla="*/ f23 1 11208688"/>
              <a:gd name="f26" fmla="*/ f22 1 5154130"/>
              <a:gd name="f27" fmla="*/ 0 f23 1"/>
              <a:gd name="f28" fmla="*/ 0 f22 1"/>
              <a:gd name="f29" fmla="*/ 11208688 f23 1"/>
              <a:gd name="f30" fmla="*/ 526471 f22 1"/>
              <a:gd name="f31" fmla="*/ 4126137 f22 1"/>
              <a:gd name="f32" fmla="*/ 4652608 f22 1"/>
              <a:gd name="f33" fmla="*/ 10707166 f23 1"/>
              <a:gd name="f34" fmla="*/ 5154130 f22 1"/>
              <a:gd name="f35" fmla="*/ 4627659 f22 1"/>
              <a:gd name="f36" fmla="+- f24 0 f1"/>
              <a:gd name="f37" fmla="*/ f27 1 11208688"/>
              <a:gd name="f38" fmla="*/ f28 1 5154130"/>
              <a:gd name="f39" fmla="*/ f29 1 11208688"/>
              <a:gd name="f40" fmla="*/ f30 1 5154130"/>
              <a:gd name="f41" fmla="*/ f31 1 5154130"/>
              <a:gd name="f42" fmla="*/ f32 1 5154130"/>
              <a:gd name="f43" fmla="*/ f33 1 11208688"/>
              <a:gd name="f44" fmla="*/ f34 1 5154130"/>
              <a:gd name="f45" fmla="*/ f35 1 5154130"/>
              <a:gd name="f46" fmla="*/ f18 1 f25"/>
              <a:gd name="f47" fmla="*/ f19 1 f25"/>
              <a:gd name="f48" fmla="*/ f18 1 f26"/>
              <a:gd name="f49" fmla="*/ f20 1 f26"/>
              <a:gd name="f50" fmla="*/ f37 1 f25"/>
              <a:gd name="f51" fmla="*/ f38 1 f26"/>
              <a:gd name="f52" fmla="*/ f39 1 f25"/>
              <a:gd name="f53" fmla="*/ f40 1 f26"/>
              <a:gd name="f54" fmla="*/ f41 1 f26"/>
              <a:gd name="f55" fmla="*/ f42 1 f26"/>
              <a:gd name="f56" fmla="*/ f43 1 f25"/>
              <a:gd name="f57" fmla="*/ f44 1 f26"/>
              <a:gd name="f58" fmla="*/ f45 1 f26"/>
              <a:gd name="f59" fmla="*/ f46 f16 1"/>
              <a:gd name="f60" fmla="*/ f47 f16 1"/>
              <a:gd name="f61" fmla="*/ f49 f17 1"/>
              <a:gd name="f62" fmla="*/ f48 f17 1"/>
              <a:gd name="f63" fmla="*/ f50 f16 1"/>
              <a:gd name="f64" fmla="*/ f51 f17 1"/>
              <a:gd name="f65" fmla="*/ f52 f16 1"/>
              <a:gd name="f66" fmla="*/ f53 f17 1"/>
              <a:gd name="f67" fmla="*/ f54 f17 1"/>
              <a:gd name="f68" fmla="*/ f55 f17 1"/>
              <a:gd name="f69" fmla="*/ f56 f16 1"/>
              <a:gd name="f70" fmla="*/ f57 f17 1"/>
              <a:gd name="f71" fmla="*/ f58 f1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63" y="f64"/>
              </a:cxn>
              <a:cxn ang="f36">
                <a:pos x="f65" y="f64"/>
              </a:cxn>
              <a:cxn ang="f36">
                <a:pos x="f65" y="f66"/>
              </a:cxn>
              <a:cxn ang="f36">
                <a:pos x="f65" y="f67"/>
              </a:cxn>
              <a:cxn ang="f36">
                <a:pos x="f65" y="f68"/>
              </a:cxn>
              <a:cxn ang="f36">
                <a:pos x="f69" y="f70"/>
              </a:cxn>
              <a:cxn ang="f36">
                <a:pos x="f63" y="f70"/>
              </a:cxn>
              <a:cxn ang="f36">
                <a:pos x="f63" y="f71"/>
              </a:cxn>
              <a:cxn ang="f36">
                <a:pos x="f63" y="f66"/>
              </a:cxn>
            </a:cxnLst>
            <a:rect l="f59" t="f62" r="f60" b="f61"/>
            <a:pathLst>
              <a:path w="11208688" h="5154130">
                <a:moveTo>
                  <a:pt x="f5" y="f5"/>
                </a:moveTo>
                <a:lnTo>
                  <a:pt x="f6" y="f5"/>
                </a:lnTo>
                <a:lnTo>
                  <a:pt x="f6" y="f8"/>
                </a:lnTo>
                <a:lnTo>
                  <a:pt x="f6" y="f9"/>
                </a:lnTo>
                <a:lnTo>
                  <a:pt x="f6" y="f10"/>
                </a:lnTo>
                <a:cubicBezTo>
                  <a:pt x="f6" y="f11"/>
                  <a:pt x="f12" y="f7"/>
                  <a:pt x="f13" y="f7"/>
                </a:cubicBezTo>
                <a:lnTo>
                  <a:pt x="f5" y="f7"/>
                </a:lnTo>
                <a:lnTo>
                  <a:pt x="f5" y="f14"/>
                </a:lnTo>
                <a:lnTo>
                  <a:pt x="f5" y="f8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Neue Haas Grotesk Text Pro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DE2DBA5-14C0-0FE2-7EE6-CE47E86EDE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2091" y="5483355"/>
            <a:ext cx="10361130" cy="848179"/>
          </a:xfrm>
        </p:spPr>
        <p:txBody>
          <a:bodyPr anchor="ctr"/>
          <a:lstStyle>
            <a:lvl1pPr>
              <a:lnSpc>
                <a:spcPct val="100000"/>
              </a:lnSpc>
              <a:defRPr sz="2600">
                <a:solidFill>
                  <a:srgbClr val="2D2A27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6770386F-D9DC-39FF-9D12-2C8BDCE2B9ED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41013" y="684410"/>
            <a:ext cx="10592208" cy="412300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7800" spc="-200">
                <a:solidFill>
                  <a:srgbClr val="9F7667"/>
                </a:solidFill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C63DEA71-310F-975D-6573-3D9D2D714CF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>
                <a:solidFill>
                  <a:srgbClr val="2D2A27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4FDDD650-3034-5172-D520-12856CE8519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>
                <a:solidFill>
                  <a:srgbClr val="2D2A27"/>
                </a:solidFill>
              </a:defRPr>
            </a:lvl1pPr>
          </a:lstStyle>
          <a:p>
            <a:pPr lvl="0"/>
            <a:fld id="{5FD0AFE4-DFC4-4959-8FE5-A52208F38B98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35C71583-6B28-7615-8881-A68AC2932CA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>
                <a:solidFill>
                  <a:srgbClr val="2D2A27"/>
                </a:solidFill>
              </a:defRPr>
            </a:lvl1pPr>
          </a:lstStyle>
          <a:p>
            <a:pPr lvl="0"/>
            <a:fld id="{DFAE2490-BBA3-4F50-90CF-2875C6B2086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96399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rgbClr val="F0EB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1">
            <a:extLst>
              <a:ext uri="{FF2B5EF4-FFF2-40B4-BE49-F238E27FC236}">
                <a16:creationId xmlns:a16="http://schemas.microsoft.com/office/drawing/2014/main" id="{83C257E2-F1CA-1518-E170-8E60A8B25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57010"/>
            <a:ext cx="11208687" cy="210098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1208688"/>
              <a:gd name="f7" fmla="val 2100988"/>
              <a:gd name="f8" fmla="val 10707166"/>
              <a:gd name="f9" fmla="val 10984149"/>
              <a:gd name="f10" fmla="val 224539"/>
              <a:gd name="f11" fmla="val 501522"/>
              <a:gd name="f12" fmla="+- 0 0 -90"/>
              <a:gd name="f13" fmla="*/ f3 1 11208688"/>
              <a:gd name="f14" fmla="*/ f4 1 2100988"/>
              <a:gd name="f15" fmla="val f5"/>
              <a:gd name="f16" fmla="val f6"/>
              <a:gd name="f17" fmla="val f7"/>
              <a:gd name="f18" fmla="*/ f12 f0 1"/>
              <a:gd name="f19" fmla="+- f17 0 f15"/>
              <a:gd name="f20" fmla="+- f16 0 f15"/>
              <a:gd name="f21" fmla="*/ f18 1 f2"/>
              <a:gd name="f22" fmla="*/ f20 1 11208688"/>
              <a:gd name="f23" fmla="*/ f19 1 2100988"/>
              <a:gd name="f24" fmla="*/ 0 f20 1"/>
              <a:gd name="f25" fmla="*/ 0 f19 1"/>
              <a:gd name="f26" fmla="*/ 10707166 f20 1"/>
              <a:gd name="f27" fmla="*/ 11208688 f20 1"/>
              <a:gd name="f28" fmla="*/ 501522 f19 1"/>
              <a:gd name="f29" fmla="*/ 2100988 f19 1"/>
              <a:gd name="f30" fmla="+- f21 0 f1"/>
              <a:gd name="f31" fmla="*/ f24 1 11208688"/>
              <a:gd name="f32" fmla="*/ f25 1 2100988"/>
              <a:gd name="f33" fmla="*/ f26 1 11208688"/>
              <a:gd name="f34" fmla="*/ f27 1 11208688"/>
              <a:gd name="f35" fmla="*/ f28 1 2100988"/>
              <a:gd name="f36" fmla="*/ f29 1 2100988"/>
              <a:gd name="f37" fmla="*/ f15 1 f22"/>
              <a:gd name="f38" fmla="*/ f16 1 f22"/>
              <a:gd name="f39" fmla="*/ f15 1 f23"/>
              <a:gd name="f40" fmla="*/ f17 1 f23"/>
              <a:gd name="f41" fmla="*/ f31 1 f22"/>
              <a:gd name="f42" fmla="*/ f32 1 f23"/>
              <a:gd name="f43" fmla="*/ f33 1 f22"/>
              <a:gd name="f44" fmla="*/ f34 1 f22"/>
              <a:gd name="f45" fmla="*/ f35 1 f23"/>
              <a:gd name="f46" fmla="*/ f36 1 f23"/>
              <a:gd name="f47" fmla="*/ f37 f13 1"/>
              <a:gd name="f48" fmla="*/ f38 f13 1"/>
              <a:gd name="f49" fmla="*/ f40 f14 1"/>
              <a:gd name="f50" fmla="*/ f39 f14 1"/>
              <a:gd name="f51" fmla="*/ f41 f13 1"/>
              <a:gd name="f52" fmla="*/ f42 f14 1"/>
              <a:gd name="f53" fmla="*/ f43 f13 1"/>
              <a:gd name="f54" fmla="*/ f44 f13 1"/>
              <a:gd name="f55" fmla="*/ f45 f14 1"/>
              <a:gd name="f56" fmla="*/ f46 f1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51" y="f52"/>
              </a:cxn>
              <a:cxn ang="f30">
                <a:pos x="f53" y="f52"/>
              </a:cxn>
              <a:cxn ang="f30">
                <a:pos x="f54" y="f55"/>
              </a:cxn>
              <a:cxn ang="f30">
                <a:pos x="f54" y="f56"/>
              </a:cxn>
              <a:cxn ang="f30">
                <a:pos x="f51" y="f56"/>
              </a:cxn>
            </a:cxnLst>
            <a:rect l="f47" t="f50" r="f48" b="f49"/>
            <a:pathLst>
              <a:path w="11208688" h="2100988">
                <a:moveTo>
                  <a:pt x="f5" y="f5"/>
                </a:moveTo>
                <a:lnTo>
                  <a:pt x="f8" y="f5"/>
                </a:lnTo>
                <a:cubicBezTo>
                  <a:pt x="f9" y="f5"/>
                  <a:pt x="f6" y="f10"/>
                  <a:pt x="f6" y="f11"/>
                </a:cubicBezTo>
                <a:lnTo>
                  <a:pt x="f6" y="f7"/>
                </a:lnTo>
                <a:lnTo>
                  <a:pt x="f5" y="f7"/>
                </a:lnTo>
                <a:close/>
              </a:path>
            </a:pathLst>
          </a:custGeom>
          <a:solidFill>
            <a:srgbClr val="D7BCAC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Neue Haas Grotesk Text Pro"/>
            </a:endParaRPr>
          </a:p>
        </p:txBody>
      </p:sp>
      <p:sp>
        <p:nvSpPr>
          <p:cNvPr id="3" name="Freeform: Shape 9">
            <a:extLst>
              <a:ext uri="{FF2B5EF4-FFF2-40B4-BE49-F238E27FC236}">
                <a16:creationId xmlns:a16="http://schemas.microsoft.com/office/drawing/2014/main" id="{6E30F2D7-6A61-B85E-F62A-6FAC840E68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208687" cy="462765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1208688"/>
              <a:gd name="f7" fmla="val 4627659"/>
              <a:gd name="f8" fmla="val 4126137"/>
              <a:gd name="f9" fmla="val 4403120"/>
              <a:gd name="f10" fmla="val 10984149"/>
              <a:gd name="f11" fmla="val 10707166"/>
              <a:gd name="f12" fmla="+- 0 0 -90"/>
              <a:gd name="f13" fmla="*/ f3 1 11208688"/>
              <a:gd name="f14" fmla="*/ f4 1 4627659"/>
              <a:gd name="f15" fmla="val f5"/>
              <a:gd name="f16" fmla="val f6"/>
              <a:gd name="f17" fmla="val f7"/>
              <a:gd name="f18" fmla="*/ f12 f0 1"/>
              <a:gd name="f19" fmla="+- f17 0 f15"/>
              <a:gd name="f20" fmla="+- f16 0 f15"/>
              <a:gd name="f21" fmla="*/ f18 1 f2"/>
              <a:gd name="f22" fmla="*/ f20 1 11208688"/>
              <a:gd name="f23" fmla="*/ f19 1 4627659"/>
              <a:gd name="f24" fmla="*/ 0 f20 1"/>
              <a:gd name="f25" fmla="*/ 0 f19 1"/>
              <a:gd name="f26" fmla="*/ 11208688 f20 1"/>
              <a:gd name="f27" fmla="*/ 4126137 f19 1"/>
              <a:gd name="f28" fmla="*/ 10707166 f20 1"/>
              <a:gd name="f29" fmla="*/ 4627659 f19 1"/>
              <a:gd name="f30" fmla="+- f21 0 f1"/>
              <a:gd name="f31" fmla="*/ f24 1 11208688"/>
              <a:gd name="f32" fmla="*/ f25 1 4627659"/>
              <a:gd name="f33" fmla="*/ f26 1 11208688"/>
              <a:gd name="f34" fmla="*/ f27 1 4627659"/>
              <a:gd name="f35" fmla="*/ f28 1 11208688"/>
              <a:gd name="f36" fmla="*/ f29 1 4627659"/>
              <a:gd name="f37" fmla="*/ f15 1 f22"/>
              <a:gd name="f38" fmla="*/ f16 1 f22"/>
              <a:gd name="f39" fmla="*/ f15 1 f23"/>
              <a:gd name="f40" fmla="*/ f17 1 f23"/>
              <a:gd name="f41" fmla="*/ f31 1 f22"/>
              <a:gd name="f42" fmla="*/ f32 1 f23"/>
              <a:gd name="f43" fmla="*/ f33 1 f22"/>
              <a:gd name="f44" fmla="*/ f34 1 f23"/>
              <a:gd name="f45" fmla="*/ f35 1 f22"/>
              <a:gd name="f46" fmla="*/ f36 1 f23"/>
              <a:gd name="f47" fmla="*/ f37 f13 1"/>
              <a:gd name="f48" fmla="*/ f38 f13 1"/>
              <a:gd name="f49" fmla="*/ f40 f14 1"/>
              <a:gd name="f50" fmla="*/ f39 f14 1"/>
              <a:gd name="f51" fmla="*/ f41 f13 1"/>
              <a:gd name="f52" fmla="*/ f42 f14 1"/>
              <a:gd name="f53" fmla="*/ f43 f13 1"/>
              <a:gd name="f54" fmla="*/ f44 f14 1"/>
              <a:gd name="f55" fmla="*/ f45 f13 1"/>
              <a:gd name="f56" fmla="*/ f46 f1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51" y="f52"/>
              </a:cxn>
              <a:cxn ang="f30">
                <a:pos x="f53" y="f52"/>
              </a:cxn>
              <a:cxn ang="f30">
                <a:pos x="f53" y="f54"/>
              </a:cxn>
              <a:cxn ang="f30">
                <a:pos x="f55" y="f56"/>
              </a:cxn>
              <a:cxn ang="f30">
                <a:pos x="f51" y="f56"/>
              </a:cxn>
            </a:cxnLst>
            <a:rect l="f47" t="f50" r="f48" b="f49"/>
            <a:pathLst>
              <a:path w="11208688" h="4627659">
                <a:moveTo>
                  <a:pt x="f5" y="f5"/>
                </a:moveTo>
                <a:lnTo>
                  <a:pt x="f6" y="f5"/>
                </a:lnTo>
                <a:lnTo>
                  <a:pt x="f6" y="f8"/>
                </a:lnTo>
                <a:cubicBezTo>
                  <a:pt x="f6" y="f9"/>
                  <a:pt x="f10" y="f7"/>
                  <a:pt x="f11" y="f7"/>
                </a:cubicBezTo>
                <a:lnTo>
                  <a:pt x="f5" y="f7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Neue Haas Grotesk Text Pro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5AC2DCC-E9B2-FF55-A02F-A3D87A15D5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8096" y="5230761"/>
            <a:ext cx="9738853" cy="1017635"/>
          </a:xfrm>
        </p:spPr>
        <p:txBody>
          <a:bodyPr anchor="ctr"/>
          <a:lstStyle>
            <a:lvl1pPr>
              <a:lnSpc>
                <a:spcPct val="100000"/>
              </a:lnSpc>
              <a:defRPr sz="2600">
                <a:solidFill>
                  <a:srgbClr val="2D2A27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8D1DC683-378B-031E-A145-7A66D4232867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49325" y="420624"/>
            <a:ext cx="10592208" cy="4112870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7800">
                <a:solidFill>
                  <a:srgbClr val="9F7667"/>
                </a:solidFill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E5D19B7E-A60C-9D91-45C2-3F6F1AD854F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>
                <a:solidFill>
                  <a:srgbClr val="2D2A27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7" name="Date Placeholder 2">
            <a:extLst>
              <a:ext uri="{FF2B5EF4-FFF2-40B4-BE49-F238E27FC236}">
                <a16:creationId xmlns:a16="http://schemas.microsoft.com/office/drawing/2014/main" id="{04EC8EB7-937E-985D-4983-4A8C433CA7B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>
                <a:solidFill>
                  <a:srgbClr val="2D2A27"/>
                </a:solidFill>
              </a:defRPr>
            </a:lvl1pPr>
          </a:lstStyle>
          <a:p>
            <a:pPr lvl="0"/>
            <a:fld id="{6375F65D-551C-4B2E-82F8-3B6F54F48E19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88ABD90D-1FA2-52B6-0113-13E15E053C6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>
                <a:solidFill>
                  <a:srgbClr val="2D2A27"/>
                </a:solidFill>
              </a:defRPr>
            </a:lvl1pPr>
          </a:lstStyle>
          <a:p>
            <a:pPr lvl="0"/>
            <a:fld id="{0F3ACDA6-6CBB-411E-BA12-BFD55C4BBD5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47414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4">
            <a:extLst>
              <a:ext uri="{FF2B5EF4-FFF2-40B4-BE49-F238E27FC236}">
                <a16:creationId xmlns:a16="http://schemas.microsoft.com/office/drawing/2014/main" id="{3BD720D2-260E-F700-F5B7-C16AAF6C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83948"/>
            <a:ext cx="11208687" cy="2074051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1208688"/>
              <a:gd name="f7" fmla="val 2074052"/>
              <a:gd name="f8" fmla="val 10707166"/>
              <a:gd name="f9" fmla="val 10984149"/>
              <a:gd name="f10" fmla="val 224539"/>
              <a:gd name="f11" fmla="val 501522"/>
              <a:gd name="f12" fmla="+- 0 0 -90"/>
              <a:gd name="f13" fmla="*/ f3 1 11208688"/>
              <a:gd name="f14" fmla="*/ f4 1 2074052"/>
              <a:gd name="f15" fmla="val f5"/>
              <a:gd name="f16" fmla="val f6"/>
              <a:gd name="f17" fmla="val f7"/>
              <a:gd name="f18" fmla="*/ f12 f0 1"/>
              <a:gd name="f19" fmla="+- f17 0 f15"/>
              <a:gd name="f20" fmla="+- f16 0 f15"/>
              <a:gd name="f21" fmla="*/ f18 1 f2"/>
              <a:gd name="f22" fmla="*/ f20 1 11208688"/>
              <a:gd name="f23" fmla="*/ f19 1 2074052"/>
              <a:gd name="f24" fmla="*/ 0 f20 1"/>
              <a:gd name="f25" fmla="*/ 0 f19 1"/>
              <a:gd name="f26" fmla="*/ 10707166 f20 1"/>
              <a:gd name="f27" fmla="*/ 11208688 f20 1"/>
              <a:gd name="f28" fmla="*/ 501522 f19 1"/>
              <a:gd name="f29" fmla="*/ 2074052 f19 1"/>
              <a:gd name="f30" fmla="+- f21 0 f1"/>
              <a:gd name="f31" fmla="*/ f24 1 11208688"/>
              <a:gd name="f32" fmla="*/ f25 1 2074052"/>
              <a:gd name="f33" fmla="*/ f26 1 11208688"/>
              <a:gd name="f34" fmla="*/ f27 1 11208688"/>
              <a:gd name="f35" fmla="*/ f28 1 2074052"/>
              <a:gd name="f36" fmla="*/ f29 1 2074052"/>
              <a:gd name="f37" fmla="*/ f15 1 f22"/>
              <a:gd name="f38" fmla="*/ f16 1 f22"/>
              <a:gd name="f39" fmla="*/ f15 1 f23"/>
              <a:gd name="f40" fmla="*/ f17 1 f23"/>
              <a:gd name="f41" fmla="*/ f31 1 f22"/>
              <a:gd name="f42" fmla="*/ f32 1 f23"/>
              <a:gd name="f43" fmla="*/ f33 1 f22"/>
              <a:gd name="f44" fmla="*/ f34 1 f22"/>
              <a:gd name="f45" fmla="*/ f35 1 f23"/>
              <a:gd name="f46" fmla="*/ f36 1 f23"/>
              <a:gd name="f47" fmla="*/ f37 f13 1"/>
              <a:gd name="f48" fmla="*/ f38 f13 1"/>
              <a:gd name="f49" fmla="*/ f40 f14 1"/>
              <a:gd name="f50" fmla="*/ f39 f14 1"/>
              <a:gd name="f51" fmla="*/ f41 f13 1"/>
              <a:gd name="f52" fmla="*/ f42 f14 1"/>
              <a:gd name="f53" fmla="*/ f43 f13 1"/>
              <a:gd name="f54" fmla="*/ f44 f13 1"/>
              <a:gd name="f55" fmla="*/ f45 f14 1"/>
              <a:gd name="f56" fmla="*/ f46 f1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51" y="f52"/>
              </a:cxn>
              <a:cxn ang="f30">
                <a:pos x="f53" y="f52"/>
              </a:cxn>
              <a:cxn ang="f30">
                <a:pos x="f54" y="f55"/>
              </a:cxn>
              <a:cxn ang="f30">
                <a:pos x="f54" y="f56"/>
              </a:cxn>
              <a:cxn ang="f30">
                <a:pos x="f51" y="f56"/>
              </a:cxn>
            </a:cxnLst>
            <a:rect l="f47" t="f50" r="f48" b="f49"/>
            <a:pathLst>
              <a:path w="11208688" h="2074052">
                <a:moveTo>
                  <a:pt x="f5" y="f5"/>
                </a:moveTo>
                <a:lnTo>
                  <a:pt x="f8" y="f5"/>
                </a:lnTo>
                <a:cubicBezTo>
                  <a:pt x="f9" y="f5"/>
                  <a:pt x="f6" y="f10"/>
                  <a:pt x="f6" y="f11"/>
                </a:cubicBezTo>
                <a:lnTo>
                  <a:pt x="f6" y="f7"/>
                </a:lnTo>
                <a:lnTo>
                  <a:pt x="f5" y="f7"/>
                </a:lnTo>
                <a:close/>
              </a:path>
            </a:pathLst>
          </a:custGeom>
          <a:solidFill>
            <a:srgbClr val="F0EBE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Neue Haas Grotesk Text Pro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76B06C1-930B-5068-28EF-C7E13B9DB3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8096" y="5249808"/>
            <a:ext cx="9768352" cy="1109075"/>
          </a:xfrm>
        </p:spPr>
        <p:txBody>
          <a:bodyPr anchor="ctr"/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63986839-9A46-E8EF-F256-C5FE56E5B4DC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39496" y="341967"/>
            <a:ext cx="11100815" cy="4334256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7800">
                <a:solidFill>
                  <a:srgbClr val="9F7667"/>
                </a:solidFill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72B0877-3EBE-EC24-1923-57CBCA6B985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772091" y="6382512"/>
            <a:ext cx="2816836" cy="338328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FFD647C-DD76-C048-304A-5D6E8F82C7A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9291410" y="6382512"/>
            <a:ext cx="1612672" cy="338328"/>
          </a:xfrm>
        </p:spPr>
        <p:txBody>
          <a:bodyPr/>
          <a:lstStyle>
            <a:lvl1pPr>
              <a:defRPr/>
            </a:lvl1pPr>
          </a:lstStyle>
          <a:p>
            <a:pPr lvl="0"/>
            <a:fld id="{C2B06024-F2BD-4A9F-8126-BF2C0C7BE9DE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1C466972-229E-3CB7-DC50-34A6816AF70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050743" y="6382512"/>
            <a:ext cx="457200" cy="338328"/>
          </a:xfrm>
        </p:spPr>
        <p:txBody>
          <a:bodyPr/>
          <a:lstStyle>
            <a:lvl1pPr>
              <a:defRPr/>
            </a:lvl1pPr>
          </a:lstStyle>
          <a:p>
            <a:pPr lvl="0"/>
            <a:fld id="{19937D1E-E79A-4A62-B4AC-9F208967E1F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96562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rgbClr val="F0EB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8">
            <a:extLst>
              <a:ext uri="{FF2B5EF4-FFF2-40B4-BE49-F238E27FC236}">
                <a16:creationId xmlns:a16="http://schemas.microsoft.com/office/drawing/2014/main" id="{EC9A7706-82B8-1DC8-A5AA-1CC46D5AE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2091" y="0"/>
            <a:ext cx="11419914" cy="609600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1419910"/>
              <a:gd name="f7" fmla="val 6096000"/>
              <a:gd name="f8" fmla="val 501522"/>
              <a:gd name="f9" fmla="val 224539"/>
              <a:gd name="f10" fmla="val 5871461"/>
              <a:gd name="f11" fmla="val 5594478"/>
              <a:gd name="f12" fmla="+- 0 0 -90"/>
              <a:gd name="f13" fmla="*/ f3 1 11419910"/>
              <a:gd name="f14" fmla="*/ f4 1 6096000"/>
              <a:gd name="f15" fmla="val f5"/>
              <a:gd name="f16" fmla="val f6"/>
              <a:gd name="f17" fmla="val f7"/>
              <a:gd name="f18" fmla="*/ f12 f0 1"/>
              <a:gd name="f19" fmla="+- f17 0 f15"/>
              <a:gd name="f20" fmla="+- f16 0 f15"/>
              <a:gd name="f21" fmla="*/ f18 1 f2"/>
              <a:gd name="f22" fmla="*/ f20 1 11419910"/>
              <a:gd name="f23" fmla="*/ f19 1 6096000"/>
              <a:gd name="f24" fmla="*/ 0 f20 1"/>
              <a:gd name="f25" fmla="*/ 0 f19 1"/>
              <a:gd name="f26" fmla="*/ 11419910 f20 1"/>
              <a:gd name="f27" fmla="*/ 6096000 f19 1"/>
              <a:gd name="f28" fmla="*/ 501522 f20 1"/>
              <a:gd name="f29" fmla="*/ 5594478 f19 1"/>
              <a:gd name="f30" fmla="+- f21 0 f1"/>
              <a:gd name="f31" fmla="*/ f24 1 11419910"/>
              <a:gd name="f32" fmla="*/ f25 1 6096000"/>
              <a:gd name="f33" fmla="*/ f26 1 11419910"/>
              <a:gd name="f34" fmla="*/ f27 1 6096000"/>
              <a:gd name="f35" fmla="*/ f28 1 11419910"/>
              <a:gd name="f36" fmla="*/ f29 1 6096000"/>
              <a:gd name="f37" fmla="*/ f15 1 f22"/>
              <a:gd name="f38" fmla="*/ f16 1 f22"/>
              <a:gd name="f39" fmla="*/ f15 1 f23"/>
              <a:gd name="f40" fmla="*/ f17 1 f23"/>
              <a:gd name="f41" fmla="*/ f31 1 f22"/>
              <a:gd name="f42" fmla="*/ f32 1 f23"/>
              <a:gd name="f43" fmla="*/ f33 1 f22"/>
              <a:gd name="f44" fmla="*/ f34 1 f23"/>
              <a:gd name="f45" fmla="*/ f35 1 f22"/>
              <a:gd name="f46" fmla="*/ f36 1 f23"/>
              <a:gd name="f47" fmla="*/ f37 f13 1"/>
              <a:gd name="f48" fmla="*/ f38 f13 1"/>
              <a:gd name="f49" fmla="*/ f40 f14 1"/>
              <a:gd name="f50" fmla="*/ f39 f14 1"/>
              <a:gd name="f51" fmla="*/ f41 f13 1"/>
              <a:gd name="f52" fmla="*/ f42 f14 1"/>
              <a:gd name="f53" fmla="*/ f43 f13 1"/>
              <a:gd name="f54" fmla="*/ f44 f14 1"/>
              <a:gd name="f55" fmla="*/ f45 f13 1"/>
              <a:gd name="f56" fmla="*/ f46 f1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51" y="f52"/>
              </a:cxn>
              <a:cxn ang="f30">
                <a:pos x="f53" y="f52"/>
              </a:cxn>
              <a:cxn ang="f30">
                <a:pos x="f53" y="f54"/>
              </a:cxn>
              <a:cxn ang="f30">
                <a:pos x="f55" y="f54"/>
              </a:cxn>
              <a:cxn ang="f30">
                <a:pos x="f51" y="f56"/>
              </a:cxn>
            </a:cxnLst>
            <a:rect l="f47" t="f50" r="f48" b="f49"/>
            <a:pathLst>
              <a:path w="11419910" h="6096000">
                <a:moveTo>
                  <a:pt x="f5" y="f5"/>
                </a:moveTo>
                <a:lnTo>
                  <a:pt x="f6" y="f5"/>
                </a:lnTo>
                <a:lnTo>
                  <a:pt x="f6" y="f7"/>
                </a:lnTo>
                <a:lnTo>
                  <a:pt x="f8" y="f7"/>
                </a:lnTo>
                <a:cubicBezTo>
                  <a:pt x="f9" y="f7"/>
                  <a:pt x="f5" y="f10"/>
                  <a:pt x="f5" y="f11"/>
                </a:cubicBez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Neue Haas Grotesk Text Pro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9B8C991-7500-56CA-16A3-51F8988E7C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BDC60E81-F760-B69F-037C-3BFCA474EC8B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1520574" y="863029"/>
            <a:ext cx="9383508" cy="4685019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6600"/>
            </a:lvl1pPr>
            <a:lvl2pPr marL="228600" indent="0">
              <a:lnSpc>
                <a:spcPct val="90000"/>
              </a:lnSpc>
              <a:buNone/>
              <a:defRPr sz="6000"/>
            </a:lvl2pPr>
            <a:lvl3pPr marL="457200" indent="0">
              <a:lnSpc>
                <a:spcPct val="90000"/>
              </a:lnSpc>
              <a:buNone/>
              <a:defRPr sz="5400"/>
            </a:lvl3pPr>
            <a:lvl4pPr marL="685800" indent="0">
              <a:lnSpc>
                <a:spcPct val="90000"/>
              </a:lnSpc>
              <a:buNone/>
              <a:defRPr sz="4800"/>
            </a:lvl4pPr>
            <a:lvl5pPr marL="914400" indent="0">
              <a:lnSpc>
                <a:spcPct val="90000"/>
              </a:lnSpc>
              <a:buNone/>
              <a:defRPr sz="4400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E3DCDD5-9224-4A54-DA38-E25DDD68589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0CA6D4C9-DBCE-C3E5-C44D-44BB8C21635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0593C45-885A-42D9-8FE6-A30B320586ED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DA349EEA-A558-E0BB-CC4F-86A506E7D01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8B28F04-F30D-4785-96A5-717E72C6158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74154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7C72C-1BCC-26FC-E8B7-E1798EF61C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F4C964A8-931C-1C06-C78D-0F4BA0E33C09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94594" y="94594"/>
            <a:ext cx="11617945" cy="575252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7200" cap="all" spc="-100">
                <a:solidFill>
                  <a:srgbClr val="9F7667"/>
                </a:solidFill>
              </a:defRPr>
            </a:lvl1pPr>
            <a:lvl2pPr marL="228600" indent="0">
              <a:lnSpc>
                <a:spcPct val="90000"/>
              </a:lnSpc>
              <a:buNone/>
              <a:defRPr sz="7200" cap="all" spc="-100">
                <a:solidFill>
                  <a:srgbClr val="9F7667"/>
                </a:solidFill>
              </a:defRPr>
            </a:lvl2pPr>
            <a:lvl3pPr marL="457200" indent="0">
              <a:lnSpc>
                <a:spcPct val="90000"/>
              </a:lnSpc>
              <a:buNone/>
              <a:defRPr sz="7200" cap="all" spc="-100">
                <a:solidFill>
                  <a:srgbClr val="9F7667"/>
                </a:solidFill>
              </a:defRPr>
            </a:lvl3pPr>
            <a:lvl4pPr marL="685800" indent="0">
              <a:lnSpc>
                <a:spcPct val="90000"/>
              </a:lnSpc>
              <a:buNone/>
              <a:defRPr sz="7200" cap="all" spc="-100">
                <a:solidFill>
                  <a:srgbClr val="9F7667"/>
                </a:solidFill>
              </a:defRPr>
            </a:lvl4pPr>
            <a:lvl5pPr marL="914400" indent="0">
              <a:lnSpc>
                <a:spcPct val="90000"/>
              </a:lnSpc>
              <a:buNone/>
              <a:defRPr sz="7200" cap="all" spc="-100">
                <a:solidFill>
                  <a:srgbClr val="9F7667"/>
                </a:solidFill>
              </a:defRPr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CD38B9-C6BF-B80B-EB86-79101D83E94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A0A715A0-3325-1AEA-1FA7-CC49E24B9C1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CB5D500-5C91-487F-8EBF-67A7B8139A27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9A9C7647-C666-348B-3DB3-7E97F3095FE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D231FE6-23BA-4E7D-B2FB-49FECAE1DD6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58504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8">
            <a:extLst>
              <a:ext uri="{FF2B5EF4-FFF2-40B4-BE49-F238E27FC236}">
                <a16:creationId xmlns:a16="http://schemas.microsoft.com/office/drawing/2014/main" id="{DDBC51D2-E3F4-511E-3459-E1996ABE6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139330" cy="582151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1139327"/>
              <a:gd name="f7" fmla="val 5821522"/>
              <a:gd name="f8" fmla="val 5320000"/>
              <a:gd name="f9" fmla="val 5596983"/>
              <a:gd name="f10" fmla="val 10914788"/>
              <a:gd name="f11" fmla="val 10637805"/>
              <a:gd name="f12" fmla="+- 0 0 -90"/>
              <a:gd name="f13" fmla="*/ f3 1 11139327"/>
              <a:gd name="f14" fmla="*/ f4 1 5821522"/>
              <a:gd name="f15" fmla="val f5"/>
              <a:gd name="f16" fmla="val f6"/>
              <a:gd name="f17" fmla="val f7"/>
              <a:gd name="f18" fmla="*/ f12 f0 1"/>
              <a:gd name="f19" fmla="+- f17 0 f15"/>
              <a:gd name="f20" fmla="+- f16 0 f15"/>
              <a:gd name="f21" fmla="*/ f18 1 f2"/>
              <a:gd name="f22" fmla="*/ f20 1 11139327"/>
              <a:gd name="f23" fmla="*/ f19 1 5821522"/>
              <a:gd name="f24" fmla="*/ 0 f20 1"/>
              <a:gd name="f25" fmla="*/ 0 f19 1"/>
              <a:gd name="f26" fmla="*/ 11139327 f20 1"/>
              <a:gd name="f27" fmla="*/ 5320000 f19 1"/>
              <a:gd name="f28" fmla="*/ 10637805 f20 1"/>
              <a:gd name="f29" fmla="*/ 5821522 f19 1"/>
              <a:gd name="f30" fmla="+- f21 0 f1"/>
              <a:gd name="f31" fmla="*/ f24 1 11139327"/>
              <a:gd name="f32" fmla="*/ f25 1 5821522"/>
              <a:gd name="f33" fmla="*/ f26 1 11139327"/>
              <a:gd name="f34" fmla="*/ f27 1 5821522"/>
              <a:gd name="f35" fmla="*/ f28 1 11139327"/>
              <a:gd name="f36" fmla="*/ f29 1 5821522"/>
              <a:gd name="f37" fmla="*/ f15 1 f22"/>
              <a:gd name="f38" fmla="*/ f16 1 f22"/>
              <a:gd name="f39" fmla="*/ f15 1 f23"/>
              <a:gd name="f40" fmla="*/ f17 1 f23"/>
              <a:gd name="f41" fmla="*/ f31 1 f22"/>
              <a:gd name="f42" fmla="*/ f32 1 f23"/>
              <a:gd name="f43" fmla="*/ f33 1 f22"/>
              <a:gd name="f44" fmla="*/ f34 1 f23"/>
              <a:gd name="f45" fmla="*/ f35 1 f22"/>
              <a:gd name="f46" fmla="*/ f36 1 f23"/>
              <a:gd name="f47" fmla="*/ f37 f13 1"/>
              <a:gd name="f48" fmla="*/ f38 f13 1"/>
              <a:gd name="f49" fmla="*/ f40 f14 1"/>
              <a:gd name="f50" fmla="*/ f39 f14 1"/>
              <a:gd name="f51" fmla="*/ f41 f13 1"/>
              <a:gd name="f52" fmla="*/ f42 f14 1"/>
              <a:gd name="f53" fmla="*/ f43 f13 1"/>
              <a:gd name="f54" fmla="*/ f44 f14 1"/>
              <a:gd name="f55" fmla="*/ f45 f13 1"/>
              <a:gd name="f56" fmla="*/ f46 f1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51" y="f52"/>
              </a:cxn>
              <a:cxn ang="f30">
                <a:pos x="f53" y="f52"/>
              </a:cxn>
              <a:cxn ang="f30">
                <a:pos x="f53" y="f54"/>
              </a:cxn>
              <a:cxn ang="f30">
                <a:pos x="f55" y="f56"/>
              </a:cxn>
              <a:cxn ang="f30">
                <a:pos x="f51" y="f56"/>
              </a:cxn>
            </a:cxnLst>
            <a:rect l="f47" t="f50" r="f48" b="f49"/>
            <a:pathLst>
              <a:path w="11139327" h="5821522">
                <a:moveTo>
                  <a:pt x="f5" y="f5"/>
                </a:moveTo>
                <a:lnTo>
                  <a:pt x="f6" y="f5"/>
                </a:lnTo>
                <a:lnTo>
                  <a:pt x="f6" y="f8"/>
                </a:lnTo>
                <a:cubicBezTo>
                  <a:pt x="f6" y="f9"/>
                  <a:pt x="f10" y="f7"/>
                  <a:pt x="f11" y="f7"/>
                </a:cubicBezTo>
                <a:lnTo>
                  <a:pt x="f5" y="f7"/>
                </a:lnTo>
                <a:close/>
              </a:path>
            </a:pathLst>
          </a:custGeom>
          <a:solidFill>
            <a:srgbClr val="F0EBE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Neue Haas Grotesk Text Pro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1BED43F-77E5-19D8-76DD-EA8E004030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928902BD-7F90-9E7C-F645-D6F9A7E576B9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90421" y="288191"/>
            <a:ext cx="9976204" cy="5025679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6600" cap="all" spc="-100">
                <a:solidFill>
                  <a:srgbClr val="9F7667"/>
                </a:solidFill>
              </a:defRPr>
            </a:lvl1pPr>
            <a:lvl2pPr marL="228600" indent="0">
              <a:lnSpc>
                <a:spcPct val="90000"/>
              </a:lnSpc>
              <a:buNone/>
              <a:defRPr sz="6600" cap="all" spc="-100">
                <a:solidFill>
                  <a:srgbClr val="9F7667"/>
                </a:solidFill>
              </a:defRPr>
            </a:lvl2pPr>
            <a:lvl3pPr marL="457200" indent="0">
              <a:lnSpc>
                <a:spcPct val="90000"/>
              </a:lnSpc>
              <a:buNone/>
              <a:defRPr sz="6600" cap="all" spc="-100">
                <a:solidFill>
                  <a:srgbClr val="9F7667"/>
                </a:solidFill>
              </a:defRPr>
            </a:lvl3pPr>
            <a:lvl4pPr marL="685800" indent="0">
              <a:lnSpc>
                <a:spcPct val="90000"/>
              </a:lnSpc>
              <a:buNone/>
              <a:defRPr sz="6600" cap="all" spc="-100">
                <a:solidFill>
                  <a:srgbClr val="9F7667"/>
                </a:solidFill>
              </a:defRPr>
            </a:lvl4pPr>
            <a:lvl5pPr marL="914400" indent="0">
              <a:lnSpc>
                <a:spcPct val="90000"/>
              </a:lnSpc>
              <a:buNone/>
              <a:defRPr sz="6600" cap="all" spc="-100">
                <a:solidFill>
                  <a:srgbClr val="9F7667"/>
                </a:solidFill>
              </a:defRPr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1B11C76-9605-3D9F-DE05-562B5F10794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72949F31-9583-B0BE-7DF7-B8F3AF2BE64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97C96C3-1225-47BE-9D0B-53BF6830CE71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37A92770-68E5-0607-FA5D-38E322ACFA0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B655384-F400-417D-B5BD-5E1447477CC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15332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bg>
      <p:bgPr>
        <a:solidFill>
          <a:srgbClr val="F0EB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8">
            <a:extLst>
              <a:ext uri="{FF2B5EF4-FFF2-40B4-BE49-F238E27FC236}">
                <a16:creationId xmlns:a16="http://schemas.microsoft.com/office/drawing/2014/main" id="{9460D0D4-C0B1-7432-603B-4CB596CE3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719072" cy="558524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0719069"/>
              <a:gd name="f7" fmla="val 5585244"/>
              <a:gd name="f8" fmla="val 5083722"/>
              <a:gd name="f9" fmla="val 5360705"/>
              <a:gd name="f10" fmla="val 10494530"/>
              <a:gd name="f11" fmla="val 10217547"/>
              <a:gd name="f12" fmla="+- 0 0 -90"/>
              <a:gd name="f13" fmla="*/ f3 1 10719069"/>
              <a:gd name="f14" fmla="*/ f4 1 5585244"/>
              <a:gd name="f15" fmla="val f5"/>
              <a:gd name="f16" fmla="val f6"/>
              <a:gd name="f17" fmla="val f7"/>
              <a:gd name="f18" fmla="*/ f12 f0 1"/>
              <a:gd name="f19" fmla="+- f17 0 f15"/>
              <a:gd name="f20" fmla="+- f16 0 f15"/>
              <a:gd name="f21" fmla="*/ f18 1 f2"/>
              <a:gd name="f22" fmla="*/ f20 1 10719069"/>
              <a:gd name="f23" fmla="*/ f19 1 5585244"/>
              <a:gd name="f24" fmla="*/ 0 f20 1"/>
              <a:gd name="f25" fmla="*/ 0 f19 1"/>
              <a:gd name="f26" fmla="*/ 10719069 f20 1"/>
              <a:gd name="f27" fmla="*/ 5083722 f19 1"/>
              <a:gd name="f28" fmla="*/ 10217547 f20 1"/>
              <a:gd name="f29" fmla="*/ 5585244 f19 1"/>
              <a:gd name="f30" fmla="+- f21 0 f1"/>
              <a:gd name="f31" fmla="*/ f24 1 10719069"/>
              <a:gd name="f32" fmla="*/ f25 1 5585244"/>
              <a:gd name="f33" fmla="*/ f26 1 10719069"/>
              <a:gd name="f34" fmla="*/ f27 1 5585244"/>
              <a:gd name="f35" fmla="*/ f28 1 10719069"/>
              <a:gd name="f36" fmla="*/ f29 1 5585244"/>
              <a:gd name="f37" fmla="*/ f15 1 f22"/>
              <a:gd name="f38" fmla="*/ f16 1 f22"/>
              <a:gd name="f39" fmla="*/ f15 1 f23"/>
              <a:gd name="f40" fmla="*/ f17 1 f23"/>
              <a:gd name="f41" fmla="*/ f31 1 f22"/>
              <a:gd name="f42" fmla="*/ f32 1 f23"/>
              <a:gd name="f43" fmla="*/ f33 1 f22"/>
              <a:gd name="f44" fmla="*/ f34 1 f23"/>
              <a:gd name="f45" fmla="*/ f35 1 f22"/>
              <a:gd name="f46" fmla="*/ f36 1 f23"/>
              <a:gd name="f47" fmla="*/ f37 f13 1"/>
              <a:gd name="f48" fmla="*/ f38 f13 1"/>
              <a:gd name="f49" fmla="*/ f40 f14 1"/>
              <a:gd name="f50" fmla="*/ f39 f14 1"/>
              <a:gd name="f51" fmla="*/ f41 f13 1"/>
              <a:gd name="f52" fmla="*/ f42 f14 1"/>
              <a:gd name="f53" fmla="*/ f43 f13 1"/>
              <a:gd name="f54" fmla="*/ f44 f14 1"/>
              <a:gd name="f55" fmla="*/ f45 f13 1"/>
              <a:gd name="f56" fmla="*/ f46 f1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51" y="f52"/>
              </a:cxn>
              <a:cxn ang="f30">
                <a:pos x="f53" y="f52"/>
              </a:cxn>
              <a:cxn ang="f30">
                <a:pos x="f53" y="f54"/>
              </a:cxn>
              <a:cxn ang="f30">
                <a:pos x="f55" y="f56"/>
              </a:cxn>
              <a:cxn ang="f30">
                <a:pos x="f51" y="f56"/>
              </a:cxn>
            </a:cxnLst>
            <a:rect l="f47" t="f50" r="f48" b="f49"/>
            <a:pathLst>
              <a:path w="10719069" h="5585244">
                <a:moveTo>
                  <a:pt x="f5" y="f5"/>
                </a:moveTo>
                <a:lnTo>
                  <a:pt x="f6" y="f5"/>
                </a:lnTo>
                <a:lnTo>
                  <a:pt x="f6" y="f8"/>
                </a:lnTo>
                <a:cubicBezTo>
                  <a:pt x="f6" y="f9"/>
                  <a:pt x="f10" y="f7"/>
                  <a:pt x="f11" y="f7"/>
                </a:cubicBezTo>
                <a:lnTo>
                  <a:pt x="f5" y="f7"/>
                </a:lnTo>
                <a:close/>
              </a:path>
            </a:pathLst>
          </a:custGeom>
          <a:solidFill>
            <a:srgbClr val="BD9075">
              <a:alpha val="6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Neue Haas Grotesk Text Pro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BB380CD-B104-FB93-8F8C-B36BD93D37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46155A2F-9BA6-1850-F4D0-847E71342035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31514" y="606174"/>
            <a:ext cx="9339206" cy="4530906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6600">
                <a:solidFill>
                  <a:srgbClr val="9F7667"/>
                </a:solidFill>
              </a:defRPr>
            </a:lvl1pPr>
            <a:lvl2pPr marL="228600" indent="0">
              <a:lnSpc>
                <a:spcPct val="90000"/>
              </a:lnSpc>
              <a:buNone/>
              <a:defRPr sz="6000">
                <a:solidFill>
                  <a:srgbClr val="9F7667"/>
                </a:solidFill>
              </a:defRPr>
            </a:lvl2pPr>
            <a:lvl3pPr marL="457200" indent="0">
              <a:lnSpc>
                <a:spcPct val="90000"/>
              </a:lnSpc>
              <a:buNone/>
              <a:defRPr sz="5400">
                <a:solidFill>
                  <a:srgbClr val="9F7667"/>
                </a:solidFill>
              </a:defRPr>
            </a:lvl3pPr>
            <a:lvl4pPr marL="685800" indent="0">
              <a:lnSpc>
                <a:spcPct val="90000"/>
              </a:lnSpc>
              <a:buNone/>
              <a:defRPr sz="4800">
                <a:solidFill>
                  <a:srgbClr val="9F7667"/>
                </a:solidFill>
              </a:defRPr>
            </a:lvl4pPr>
            <a:lvl5pPr marL="914400" indent="0">
              <a:lnSpc>
                <a:spcPct val="90000"/>
              </a:lnSpc>
              <a:buNone/>
              <a:defRPr sz="4400">
                <a:solidFill>
                  <a:srgbClr val="9F7667"/>
                </a:solidFill>
              </a:defRPr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017FB46-B135-2BCE-A19B-99D6FA71DF8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>
                <a:solidFill>
                  <a:srgbClr val="9F7667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3BDF2200-7C10-27EC-11E7-8014C43CE0E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>
                <a:solidFill>
                  <a:srgbClr val="9F7667"/>
                </a:solidFill>
              </a:defRPr>
            </a:lvl1pPr>
          </a:lstStyle>
          <a:p>
            <a:pPr lvl="0"/>
            <a:fld id="{52051CFE-1097-4C68-BA28-AFE66B5CA894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B290BC10-2916-10B6-AA74-4B32249F747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>
                <a:solidFill>
                  <a:srgbClr val="9F7667"/>
                </a:solidFill>
              </a:defRPr>
            </a:lvl1pPr>
          </a:lstStyle>
          <a:p>
            <a:pPr lvl="0"/>
            <a:fld id="{0D10D4A8-913C-4004-A75B-A6D72E5C4FE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79709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6FD25-C362-C154-A44C-7AE3DED0B5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3C7A4BB-C717-91A3-411A-E9E24A419EDC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43028" y="1455221"/>
            <a:ext cx="10152766" cy="5065501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7200">
                <a:solidFill>
                  <a:srgbClr val="9F7667"/>
                </a:solidFill>
              </a:defRPr>
            </a:lvl1pPr>
            <a:lvl2pPr marL="228600" indent="0">
              <a:lnSpc>
                <a:spcPct val="90000"/>
              </a:lnSpc>
              <a:buNone/>
              <a:defRPr sz="6600">
                <a:solidFill>
                  <a:srgbClr val="9F7667"/>
                </a:solidFill>
              </a:defRPr>
            </a:lvl2pPr>
            <a:lvl3pPr marL="457200" indent="0">
              <a:lnSpc>
                <a:spcPct val="90000"/>
              </a:lnSpc>
              <a:buNone/>
              <a:defRPr sz="6000">
                <a:solidFill>
                  <a:srgbClr val="9F7667"/>
                </a:solidFill>
              </a:defRPr>
            </a:lvl3pPr>
            <a:lvl4pPr marL="685800" indent="0">
              <a:lnSpc>
                <a:spcPct val="90000"/>
              </a:lnSpc>
              <a:buNone/>
              <a:defRPr sz="5400">
                <a:solidFill>
                  <a:srgbClr val="9F7667"/>
                </a:solidFill>
              </a:defRPr>
            </a:lvl4pPr>
            <a:lvl5pPr marL="914400" indent="0">
              <a:lnSpc>
                <a:spcPct val="90000"/>
              </a:lnSpc>
              <a:buNone/>
              <a:defRPr sz="4800">
                <a:solidFill>
                  <a:srgbClr val="9F7667"/>
                </a:solidFill>
              </a:defRPr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C31467-39E1-045B-E6C6-4C2DC1DC99B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768096" y="64008"/>
            <a:ext cx="3569991" cy="338328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F46F55C5-4ED7-352D-35FE-6BCB1849439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9291410" y="64008"/>
            <a:ext cx="1612672" cy="338328"/>
          </a:xfrm>
        </p:spPr>
        <p:txBody>
          <a:bodyPr/>
          <a:lstStyle>
            <a:lvl1pPr>
              <a:defRPr/>
            </a:lvl1pPr>
          </a:lstStyle>
          <a:p>
            <a:pPr lvl="0"/>
            <a:fld id="{173FB678-2553-423C-99F8-FA4260724872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F7C3D672-E9A7-383D-8E54-282518BDBE8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055096" y="64008"/>
            <a:ext cx="457200" cy="338328"/>
          </a:xfrm>
        </p:spPr>
        <p:txBody>
          <a:bodyPr/>
          <a:lstStyle>
            <a:lvl1pPr>
              <a:defRPr/>
            </a:lvl1pPr>
          </a:lstStyle>
          <a:p>
            <a:pPr lvl="0"/>
            <a:fld id="{8A0C1E0F-52C3-4881-8E1A-1DEEC4D7061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11845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rgbClr val="BD9075">
            <a:alpha val="6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E2376-90DC-090D-9A4A-9226EAE5C8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2091" y="5085709"/>
            <a:ext cx="8968718" cy="757306"/>
          </a:xfrm>
        </p:spPr>
        <p:txBody>
          <a:bodyPr/>
          <a:lstStyle>
            <a:lvl1pPr>
              <a:lnSpc>
                <a:spcPct val="120000"/>
              </a:lnSpc>
              <a:defRPr sz="1600"/>
            </a:lvl1pPr>
          </a:lstStyle>
          <a:p>
            <a:pPr lvl="0"/>
            <a:r>
              <a:rPr lang="en-US"/>
              <a:t>Quote Author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A13F6FF-4BC7-FD59-7445-23FAAA4E5734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772091" y="821935"/>
            <a:ext cx="8968718" cy="3742117"/>
          </a:xfrm>
        </p:spPr>
        <p:txBody>
          <a:bodyPr/>
          <a:lstStyle>
            <a:lvl1pPr marL="137160" indent="-137160">
              <a:lnSpc>
                <a:spcPct val="100000"/>
              </a:lnSpc>
              <a:spcBef>
                <a:spcPts val="0"/>
              </a:spcBef>
              <a:buNone/>
              <a:defRPr sz="6000">
                <a:solidFill>
                  <a:srgbClr val="9F7667"/>
                </a:solidFill>
              </a:defRPr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DB0488-4CFA-E267-20B6-1EEFFF6F6E7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68E43064-54A8-17AC-0E10-731092B9009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14119EA-0EF3-4EB1-B13B-0E526FC22F29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76810C89-C3F6-3E0C-7721-B7DCF9B8871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1489F9C-1053-4BD7-95C9-958E97778C7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3917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rgbClr val="F0EB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0E4F0-2E83-1FB2-7C4D-688E0B402A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8096" y="4965192"/>
            <a:ext cx="9841111" cy="1289304"/>
          </a:xfrm>
        </p:spPr>
        <p:txBody>
          <a:bodyPr anchor="ctr"/>
          <a:lstStyle>
            <a:lvl1pPr>
              <a:lnSpc>
                <a:spcPct val="120000"/>
              </a:lnSpc>
              <a:defRPr sz="1800"/>
            </a:lvl1pPr>
          </a:lstStyle>
          <a:p>
            <a:pPr lvl="0"/>
            <a:r>
              <a:rPr lang="en-US"/>
              <a:t>Quote Author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73C47177-CFA8-B90A-CF63-AE5B95346F8B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772091" y="729462"/>
            <a:ext cx="9841111" cy="3814181"/>
          </a:xfrm>
        </p:spPr>
        <p:txBody>
          <a:bodyPr/>
          <a:lstStyle>
            <a:lvl1pPr marL="137160" indent="-137160">
              <a:lnSpc>
                <a:spcPct val="90000"/>
              </a:lnSpc>
              <a:spcBef>
                <a:spcPts val="0"/>
              </a:spcBef>
              <a:buNone/>
              <a:defRPr sz="7200">
                <a:solidFill>
                  <a:srgbClr val="9F7667"/>
                </a:solidFill>
              </a:defRPr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154D734D-0185-7CAA-4B15-CE8D996AB97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Date Placeholder 5">
            <a:extLst>
              <a:ext uri="{FF2B5EF4-FFF2-40B4-BE49-F238E27FC236}">
                <a16:creationId xmlns:a16="http://schemas.microsoft.com/office/drawing/2014/main" id="{7BB1D9FC-C4B9-52A9-46C3-5BF86784795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5957309-AFCA-4D9F-AA08-A2641303762B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D58F713F-D63E-0AAC-3A44-80ED3D0EEF7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D9C1235-6431-45CA-9C25-6D7AD4ED263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07438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rgbClr val="F0EB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5">
            <a:extLst>
              <a:ext uri="{FF2B5EF4-FFF2-40B4-BE49-F238E27FC236}">
                <a16:creationId xmlns:a16="http://schemas.microsoft.com/office/drawing/2014/main" id="{6DAE9D61-E159-1C56-2DFF-3CBDEEEC0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9" flipH="1">
            <a:off x="-11" y="5155881"/>
            <a:ext cx="11468103" cy="1702109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1515021"/>
              <a:gd name="f7" fmla="val 1702107"/>
              <a:gd name="f8" fmla="val 11000664"/>
              <a:gd name="f9" fmla="val 10275"/>
              <a:gd name="f10" fmla="val 1187751"/>
              <a:gd name="f11" fmla="val 1471822"/>
              <a:gd name="f12" fmla="val 11284736"/>
              <a:gd name="f13" fmla="+- 0 0 -90"/>
              <a:gd name="f14" fmla="*/ f3 1 11515021"/>
              <a:gd name="f15" fmla="*/ f4 1 1702107"/>
              <a:gd name="f16" fmla="val f5"/>
              <a:gd name="f17" fmla="val f6"/>
              <a:gd name="f18" fmla="val f7"/>
              <a:gd name="f19" fmla="*/ f13 f0 1"/>
              <a:gd name="f20" fmla="+- f18 0 f16"/>
              <a:gd name="f21" fmla="+- f17 0 f16"/>
              <a:gd name="f22" fmla="*/ f19 1 f2"/>
              <a:gd name="f23" fmla="*/ f21 1 11515021"/>
              <a:gd name="f24" fmla="*/ f20 1 1702107"/>
              <a:gd name="f25" fmla="*/ 1702107 f20 1"/>
              <a:gd name="f26" fmla="*/ 0 f20 1"/>
              <a:gd name="f27" fmla="*/ 1187751 f20 1"/>
              <a:gd name="f28" fmla="*/ 11000664 f21 1"/>
              <a:gd name="f29" fmla="*/ 10275 f21 1"/>
              <a:gd name="f30" fmla="*/ 0 f21 1"/>
              <a:gd name="f31" fmla="*/ 11515021 f21 1"/>
              <a:gd name="f32" fmla="+- f22 0 f1"/>
              <a:gd name="f33" fmla="*/ f25 1 1702107"/>
              <a:gd name="f34" fmla="*/ f26 1 1702107"/>
              <a:gd name="f35" fmla="*/ f27 1 1702107"/>
              <a:gd name="f36" fmla="*/ f28 1 11515021"/>
              <a:gd name="f37" fmla="*/ f29 1 11515021"/>
              <a:gd name="f38" fmla="*/ f30 1 11515021"/>
              <a:gd name="f39" fmla="*/ f31 1 11515021"/>
              <a:gd name="f40" fmla="*/ f16 1 f23"/>
              <a:gd name="f41" fmla="*/ f17 1 f23"/>
              <a:gd name="f42" fmla="*/ f16 1 f24"/>
              <a:gd name="f43" fmla="*/ f18 1 f24"/>
              <a:gd name="f44" fmla="*/ f36 1 f23"/>
              <a:gd name="f45" fmla="*/ f33 1 f24"/>
              <a:gd name="f46" fmla="*/ f37 1 f23"/>
              <a:gd name="f47" fmla="*/ f38 1 f23"/>
              <a:gd name="f48" fmla="*/ f34 1 f24"/>
              <a:gd name="f49" fmla="*/ f39 1 f23"/>
              <a:gd name="f50" fmla="*/ f35 1 f24"/>
              <a:gd name="f51" fmla="*/ f40 f14 1"/>
              <a:gd name="f52" fmla="*/ f41 f14 1"/>
              <a:gd name="f53" fmla="*/ f43 f15 1"/>
              <a:gd name="f54" fmla="*/ f42 f15 1"/>
              <a:gd name="f55" fmla="*/ f44 f14 1"/>
              <a:gd name="f56" fmla="*/ f45 f15 1"/>
              <a:gd name="f57" fmla="*/ f46 f14 1"/>
              <a:gd name="f58" fmla="*/ f47 f14 1"/>
              <a:gd name="f59" fmla="*/ f48 f15 1"/>
              <a:gd name="f60" fmla="*/ f49 f14 1"/>
              <a:gd name="f61" fmla="*/ f50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55" y="f56"/>
              </a:cxn>
              <a:cxn ang="f32">
                <a:pos x="f57" y="f56"/>
              </a:cxn>
              <a:cxn ang="f32">
                <a:pos x="f58" y="f59"/>
              </a:cxn>
              <a:cxn ang="f32">
                <a:pos x="f60" y="f59"/>
              </a:cxn>
              <a:cxn ang="f32">
                <a:pos x="f60" y="f61"/>
              </a:cxn>
              <a:cxn ang="f32">
                <a:pos x="f55" y="f56"/>
              </a:cxn>
            </a:cxnLst>
            <a:rect l="f51" t="f54" r="f52" b="f53"/>
            <a:pathLst>
              <a:path w="11515021" h="1702107">
                <a:moveTo>
                  <a:pt x="f8" y="f7"/>
                </a:moveTo>
                <a:lnTo>
                  <a:pt x="f9" y="f7"/>
                </a:lnTo>
                <a:lnTo>
                  <a:pt x="f5" y="f5"/>
                </a:lnTo>
                <a:lnTo>
                  <a:pt x="f6" y="f5"/>
                </a:lnTo>
                <a:lnTo>
                  <a:pt x="f6" y="f10"/>
                </a:lnTo>
                <a:cubicBezTo>
                  <a:pt x="f6" y="f11"/>
                  <a:pt x="f12" y="f7"/>
                  <a:pt x="f8" y="f7"/>
                </a:cubicBez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Neue Haas Grotesk Text Pro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B81A5B-93E3-CC2C-F01A-638C719C9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38378" y="5684943"/>
            <a:ext cx="9060689" cy="643993"/>
          </a:xfrm>
        </p:spPr>
        <p:txBody>
          <a:bodyPr anchor="ctr"/>
          <a:lstStyle>
            <a:lvl1pPr algn="r">
              <a:lnSpc>
                <a:spcPct val="120000"/>
              </a:lnSpc>
              <a:defRPr sz="1600"/>
            </a:lvl1pPr>
          </a:lstStyle>
          <a:p>
            <a:pPr lvl="0"/>
            <a:r>
              <a:rPr lang="en-US"/>
              <a:t>Quote Author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2D781D7D-A748-88A5-2BF7-40FEC4C8B39C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1438378" y="1027419"/>
            <a:ext cx="9060689" cy="3400745"/>
          </a:xfrm>
        </p:spPr>
        <p:txBody>
          <a:bodyPr anchor="ctr"/>
          <a:lstStyle>
            <a:lvl1pPr marL="137160" indent="-137160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rgbClr val="9F7667"/>
                </a:solidFill>
              </a:defRPr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E35DD1FA-E968-817F-180C-6169D3A7E36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772091" y="6382512"/>
            <a:ext cx="2816836" cy="338328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C83E32CC-2B64-7A2A-B1DF-1C7727FDF8E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9291410" y="6382512"/>
            <a:ext cx="1612672" cy="338328"/>
          </a:xfrm>
        </p:spPr>
        <p:txBody>
          <a:bodyPr/>
          <a:lstStyle>
            <a:lvl1pPr>
              <a:defRPr/>
            </a:lvl1pPr>
          </a:lstStyle>
          <a:p>
            <a:pPr lvl="0"/>
            <a:fld id="{9098E897-D9DF-4749-87CD-275A834017A9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E4964C82-E5E3-1DC5-A5A2-274D0AE3CDB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050743" y="6382512"/>
            <a:ext cx="457200" cy="338328"/>
          </a:xfrm>
        </p:spPr>
        <p:txBody>
          <a:bodyPr/>
          <a:lstStyle>
            <a:lvl1pPr>
              <a:defRPr/>
            </a:lvl1pPr>
          </a:lstStyle>
          <a:p>
            <a:pPr lvl="0"/>
            <a:fld id="{2F5A04C3-049C-4DC6-A1B0-091E6088C3E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01609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solidFill>
          <a:srgbClr val="F0EB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8">
            <a:extLst>
              <a:ext uri="{FF2B5EF4-FFF2-40B4-BE49-F238E27FC236}">
                <a16:creationId xmlns:a16="http://schemas.microsoft.com/office/drawing/2014/main" id="{85745B44-939B-604C-F64B-92796689F5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809936" cy="5148072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0809939"/>
              <a:gd name="f7" fmla="val 5148072"/>
              <a:gd name="f8" fmla="val 4646550"/>
              <a:gd name="f9" fmla="val 4923533"/>
              <a:gd name="f10" fmla="val 10585400"/>
              <a:gd name="f11" fmla="val 10308417"/>
              <a:gd name="f12" fmla="+- 0 0 -90"/>
              <a:gd name="f13" fmla="*/ f3 1 10809939"/>
              <a:gd name="f14" fmla="*/ f4 1 5148072"/>
              <a:gd name="f15" fmla="val f5"/>
              <a:gd name="f16" fmla="val f6"/>
              <a:gd name="f17" fmla="val f7"/>
              <a:gd name="f18" fmla="*/ f12 f0 1"/>
              <a:gd name="f19" fmla="+- f17 0 f15"/>
              <a:gd name="f20" fmla="+- f16 0 f15"/>
              <a:gd name="f21" fmla="*/ f18 1 f2"/>
              <a:gd name="f22" fmla="*/ f20 1 10809939"/>
              <a:gd name="f23" fmla="*/ f19 1 5148072"/>
              <a:gd name="f24" fmla="*/ 0 f20 1"/>
              <a:gd name="f25" fmla="*/ 0 f19 1"/>
              <a:gd name="f26" fmla="*/ 10809939 f20 1"/>
              <a:gd name="f27" fmla="*/ 4646550 f19 1"/>
              <a:gd name="f28" fmla="*/ 10308417 f20 1"/>
              <a:gd name="f29" fmla="*/ 5148072 f19 1"/>
              <a:gd name="f30" fmla="+- f21 0 f1"/>
              <a:gd name="f31" fmla="*/ f24 1 10809939"/>
              <a:gd name="f32" fmla="*/ f25 1 5148072"/>
              <a:gd name="f33" fmla="*/ f26 1 10809939"/>
              <a:gd name="f34" fmla="*/ f27 1 5148072"/>
              <a:gd name="f35" fmla="*/ f28 1 10809939"/>
              <a:gd name="f36" fmla="*/ f29 1 5148072"/>
              <a:gd name="f37" fmla="*/ f15 1 f22"/>
              <a:gd name="f38" fmla="*/ f16 1 f22"/>
              <a:gd name="f39" fmla="*/ f15 1 f23"/>
              <a:gd name="f40" fmla="*/ f17 1 f23"/>
              <a:gd name="f41" fmla="*/ f31 1 f22"/>
              <a:gd name="f42" fmla="*/ f32 1 f23"/>
              <a:gd name="f43" fmla="*/ f33 1 f22"/>
              <a:gd name="f44" fmla="*/ f34 1 f23"/>
              <a:gd name="f45" fmla="*/ f35 1 f22"/>
              <a:gd name="f46" fmla="*/ f36 1 f23"/>
              <a:gd name="f47" fmla="*/ f37 f13 1"/>
              <a:gd name="f48" fmla="*/ f38 f13 1"/>
              <a:gd name="f49" fmla="*/ f40 f14 1"/>
              <a:gd name="f50" fmla="*/ f39 f14 1"/>
              <a:gd name="f51" fmla="*/ f41 f13 1"/>
              <a:gd name="f52" fmla="*/ f42 f14 1"/>
              <a:gd name="f53" fmla="*/ f43 f13 1"/>
              <a:gd name="f54" fmla="*/ f44 f14 1"/>
              <a:gd name="f55" fmla="*/ f45 f13 1"/>
              <a:gd name="f56" fmla="*/ f46 f1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51" y="f52"/>
              </a:cxn>
              <a:cxn ang="f30">
                <a:pos x="f53" y="f52"/>
              </a:cxn>
              <a:cxn ang="f30">
                <a:pos x="f53" y="f54"/>
              </a:cxn>
              <a:cxn ang="f30">
                <a:pos x="f55" y="f56"/>
              </a:cxn>
              <a:cxn ang="f30">
                <a:pos x="f51" y="f56"/>
              </a:cxn>
            </a:cxnLst>
            <a:rect l="f47" t="f50" r="f48" b="f49"/>
            <a:pathLst>
              <a:path w="10809939" h="5148072">
                <a:moveTo>
                  <a:pt x="f5" y="f5"/>
                </a:moveTo>
                <a:lnTo>
                  <a:pt x="f6" y="f5"/>
                </a:lnTo>
                <a:lnTo>
                  <a:pt x="f6" y="f8"/>
                </a:lnTo>
                <a:cubicBezTo>
                  <a:pt x="f6" y="f9"/>
                  <a:pt x="f10" y="f7"/>
                  <a:pt x="f11" y="f7"/>
                </a:cubicBezTo>
                <a:lnTo>
                  <a:pt x="f5" y="f7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Neue Haas Grotesk Text Pro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7BE3028-0935-813B-18FE-8A6E17637D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7446" y="5518294"/>
            <a:ext cx="8964384" cy="818497"/>
          </a:xfrm>
        </p:spPr>
        <p:txBody>
          <a:bodyPr anchor="ctr"/>
          <a:lstStyle>
            <a:lvl1pPr>
              <a:lnSpc>
                <a:spcPct val="120000"/>
              </a:lnSpc>
              <a:defRPr sz="1600"/>
            </a:lvl1pPr>
          </a:lstStyle>
          <a:p>
            <a:pPr lvl="0"/>
            <a:r>
              <a:rPr lang="en-US"/>
              <a:t>Quote Author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84C40F3D-C859-038A-5A4C-17E9E30AA477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767446" y="750009"/>
            <a:ext cx="8733763" cy="3800721"/>
          </a:xfrm>
        </p:spPr>
        <p:txBody>
          <a:bodyPr/>
          <a:lstStyle>
            <a:lvl1pPr marL="137160" indent="-137160">
              <a:lnSpc>
                <a:spcPct val="90000"/>
              </a:lnSpc>
              <a:spcBef>
                <a:spcPts val="0"/>
              </a:spcBef>
              <a:buNone/>
              <a:defRPr sz="5400">
                <a:solidFill>
                  <a:srgbClr val="9F7667"/>
                </a:solidFill>
              </a:defRPr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59D97830-F6BC-F70E-A3BB-A851CB53742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772091" y="6382512"/>
            <a:ext cx="2816836" cy="338328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C7F7FE0-B6A4-18D8-87B7-0C54AFE48D0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9291410" y="6382512"/>
            <a:ext cx="1612672" cy="338328"/>
          </a:xfrm>
        </p:spPr>
        <p:txBody>
          <a:bodyPr/>
          <a:lstStyle>
            <a:lvl1pPr>
              <a:defRPr/>
            </a:lvl1pPr>
          </a:lstStyle>
          <a:p>
            <a:pPr lvl="0"/>
            <a:fld id="{9EB08897-0EF7-4CA8-97AD-CE40FF76255C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E9A3FCC7-EC07-909F-CD5D-A496639549F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050743" y="6382512"/>
            <a:ext cx="457200" cy="338328"/>
          </a:xfrm>
        </p:spPr>
        <p:txBody>
          <a:bodyPr/>
          <a:lstStyle>
            <a:lvl1pPr>
              <a:defRPr/>
            </a:lvl1pPr>
          </a:lstStyle>
          <a:p>
            <a:pPr lvl="0"/>
            <a:fld id="{74A028F5-2620-4F33-AD86-04F4AC1945A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13622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bg>
      <p:bgPr>
        <a:solidFill>
          <a:srgbClr val="BD9075">
            <a:alpha val="6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7">
            <a:extLst>
              <a:ext uri="{FF2B5EF4-FFF2-40B4-BE49-F238E27FC236}">
                <a16:creationId xmlns:a16="http://schemas.microsoft.com/office/drawing/2014/main" id="{B13197E6-2D8E-AFCF-7159-33C3411F76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809936" cy="561725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0809939"/>
              <a:gd name="f7" fmla="val 5638868"/>
              <a:gd name="f8" fmla="val 5116914"/>
              <a:gd name="f9" fmla="val 5405181"/>
              <a:gd name="f10" fmla="val 10576253"/>
              <a:gd name="f11" fmla="val 10287986"/>
              <a:gd name="f12" fmla="+- 0 0 -90"/>
              <a:gd name="f13" fmla="*/ f3 1 10809939"/>
              <a:gd name="f14" fmla="*/ f4 1 5638868"/>
              <a:gd name="f15" fmla="val f5"/>
              <a:gd name="f16" fmla="val f6"/>
              <a:gd name="f17" fmla="val f7"/>
              <a:gd name="f18" fmla="*/ f12 f0 1"/>
              <a:gd name="f19" fmla="+- f17 0 f15"/>
              <a:gd name="f20" fmla="+- f16 0 f15"/>
              <a:gd name="f21" fmla="*/ f18 1 f2"/>
              <a:gd name="f22" fmla="*/ f20 1 10809939"/>
              <a:gd name="f23" fmla="*/ f19 1 5638868"/>
              <a:gd name="f24" fmla="*/ 0 f20 1"/>
              <a:gd name="f25" fmla="*/ 0 f19 1"/>
              <a:gd name="f26" fmla="*/ 10809939 f20 1"/>
              <a:gd name="f27" fmla="*/ 5116914 f19 1"/>
              <a:gd name="f28" fmla="*/ 10287986 f20 1"/>
              <a:gd name="f29" fmla="*/ 5638868 f19 1"/>
              <a:gd name="f30" fmla="+- f21 0 f1"/>
              <a:gd name="f31" fmla="*/ f24 1 10809939"/>
              <a:gd name="f32" fmla="*/ f25 1 5638868"/>
              <a:gd name="f33" fmla="*/ f26 1 10809939"/>
              <a:gd name="f34" fmla="*/ f27 1 5638868"/>
              <a:gd name="f35" fmla="*/ f28 1 10809939"/>
              <a:gd name="f36" fmla="*/ f29 1 5638868"/>
              <a:gd name="f37" fmla="*/ f15 1 f22"/>
              <a:gd name="f38" fmla="*/ f16 1 f22"/>
              <a:gd name="f39" fmla="*/ f15 1 f23"/>
              <a:gd name="f40" fmla="*/ f17 1 f23"/>
              <a:gd name="f41" fmla="*/ f31 1 f22"/>
              <a:gd name="f42" fmla="*/ f32 1 f23"/>
              <a:gd name="f43" fmla="*/ f33 1 f22"/>
              <a:gd name="f44" fmla="*/ f34 1 f23"/>
              <a:gd name="f45" fmla="*/ f35 1 f22"/>
              <a:gd name="f46" fmla="*/ f36 1 f23"/>
              <a:gd name="f47" fmla="*/ f37 f13 1"/>
              <a:gd name="f48" fmla="*/ f38 f13 1"/>
              <a:gd name="f49" fmla="*/ f40 f14 1"/>
              <a:gd name="f50" fmla="*/ f39 f14 1"/>
              <a:gd name="f51" fmla="*/ f41 f13 1"/>
              <a:gd name="f52" fmla="*/ f42 f14 1"/>
              <a:gd name="f53" fmla="*/ f43 f13 1"/>
              <a:gd name="f54" fmla="*/ f44 f14 1"/>
              <a:gd name="f55" fmla="*/ f45 f13 1"/>
              <a:gd name="f56" fmla="*/ f46 f1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51" y="f52"/>
              </a:cxn>
              <a:cxn ang="f30">
                <a:pos x="f53" y="f52"/>
              </a:cxn>
              <a:cxn ang="f30">
                <a:pos x="f53" y="f54"/>
              </a:cxn>
              <a:cxn ang="f30">
                <a:pos x="f55" y="f56"/>
              </a:cxn>
              <a:cxn ang="f30">
                <a:pos x="f51" y="f56"/>
              </a:cxn>
            </a:cxnLst>
            <a:rect l="f47" t="f50" r="f48" b="f49"/>
            <a:pathLst>
              <a:path w="10809939" h="5638868">
                <a:moveTo>
                  <a:pt x="f5" y="f5"/>
                </a:moveTo>
                <a:lnTo>
                  <a:pt x="f6" y="f5"/>
                </a:lnTo>
                <a:lnTo>
                  <a:pt x="f6" y="f8"/>
                </a:lnTo>
                <a:cubicBezTo>
                  <a:pt x="f6" y="f9"/>
                  <a:pt x="f10" y="f7"/>
                  <a:pt x="f11" y="f7"/>
                </a:cubicBezTo>
                <a:lnTo>
                  <a:pt x="f5" y="f7"/>
                </a:lnTo>
                <a:close/>
              </a:path>
            </a:pathLst>
          </a:custGeom>
          <a:solidFill>
            <a:srgbClr val="F0EBE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0EDE6"/>
              </a:solidFill>
              <a:uFillTx/>
              <a:latin typeface="Neue Haas Grotesk Text Pro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D5E55FE-A880-8607-81C1-E2635A923D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76766" y="4318610"/>
            <a:ext cx="7364513" cy="996028"/>
          </a:xfrm>
        </p:spPr>
        <p:txBody>
          <a:bodyPr anchor="ctr"/>
          <a:lstStyle>
            <a:lvl1pPr algn="r">
              <a:lnSpc>
                <a:spcPct val="120000"/>
              </a:lnSpc>
              <a:defRPr sz="1400" spc="100"/>
            </a:lvl1pPr>
          </a:lstStyle>
          <a:p>
            <a:pPr lvl="0"/>
            <a:r>
              <a:rPr lang="en-US"/>
              <a:t>Quote Author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77CAED16-1E04-0A8F-6771-2E9C5CD6A9A0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768096" y="647696"/>
            <a:ext cx="9473184" cy="3670913"/>
          </a:xfrm>
        </p:spPr>
        <p:txBody>
          <a:bodyPr anchor="ctr"/>
          <a:lstStyle>
            <a:lvl1pPr marL="137160" indent="-137160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rgbClr val="2D2A27"/>
                </a:solidFill>
              </a:defRPr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5" name="Footer Placeholder 11">
            <a:extLst>
              <a:ext uri="{FF2B5EF4-FFF2-40B4-BE49-F238E27FC236}">
                <a16:creationId xmlns:a16="http://schemas.microsoft.com/office/drawing/2014/main" id="{9783EE1D-F0BF-C20D-F9C5-03577711463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138606B8-0740-77D4-A9EC-523E6FF5A60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1CC4FD7-8048-432F-AD8D-813571D9DDA0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7" name="Slide Number Placeholder 12">
            <a:extLst>
              <a:ext uri="{FF2B5EF4-FFF2-40B4-BE49-F238E27FC236}">
                <a16:creationId xmlns:a16="http://schemas.microsoft.com/office/drawing/2014/main" id="{96ED56C0-48D7-CF2E-05E7-EEA31E6F5F8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D0BAAD5-A2F4-48D7-BCB8-DC8203DF8EB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39235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AF5E2-304E-4DF6-3853-3E1E30F784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8096" y="822960"/>
            <a:ext cx="10706096" cy="67490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80D95DC-B176-D88B-AB8D-ADF3D663A106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761996" y="1802355"/>
            <a:ext cx="5070018" cy="4293647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4787D738-6696-2DB3-4875-A83BB1DD27FC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394097" y="1802355"/>
            <a:ext cx="5070018" cy="4293647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5BB6B0D9-BE00-4E54-7157-0E9DFC46F96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4E338D05-8C08-55FA-936E-CE1834DC5A7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B02E510-5A95-4EBD-A908-EC35BFE2E403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E4BED6-DDAD-C541-1EE0-730730CCCA5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D9171B2-DA6D-4EB6-9431-DD9B11D7687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52266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7AB2E-5152-2B9F-358A-38B09A8757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0628" y="822960"/>
            <a:ext cx="10697474" cy="55036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E3856-DA7F-B035-C77B-F0EBC94ABA8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65380" y="1380744"/>
            <a:ext cx="5086660" cy="55983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600" b="1" cap="all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94CB0F5F-856C-527B-5D7B-12D7BA058C8A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765828" y="2020888"/>
            <a:ext cx="5086349" cy="422750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5B3F1F-C7F1-3680-9C7D-10ADA6552CD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82512" y="1380744"/>
            <a:ext cx="5086660" cy="55983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600" b="1" cap="all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11">
            <a:extLst>
              <a:ext uri="{FF2B5EF4-FFF2-40B4-BE49-F238E27FC236}">
                <a16:creationId xmlns:a16="http://schemas.microsoft.com/office/drawing/2014/main" id="{FEBA09B4-0537-65BA-DB07-5CB0FD0BEF3C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381753" y="2020888"/>
            <a:ext cx="5086349" cy="422750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C388E991-19CA-3CA5-A541-06C7647D2F5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8" name="Date Placeholder 6">
            <a:extLst>
              <a:ext uri="{FF2B5EF4-FFF2-40B4-BE49-F238E27FC236}">
                <a16:creationId xmlns:a16="http://schemas.microsoft.com/office/drawing/2014/main" id="{DEEAD843-472C-9DC5-8C20-4CDFD03103C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EC7516D-B1F3-4953-AB40-19717017F2DE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CE0B5F-E047-43D3-C68B-B8FDDDFFABF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16F14C0-DBA8-454B-9D17-D0A05CB44CD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23559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0C74F-CDF0-78AB-6B42-794FE2BC81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0628" y="822960"/>
            <a:ext cx="10698480" cy="82859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AF98B21-B049-806D-D448-7BE2DCB3564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9CEC1A06-220B-8067-0702-A19B652FC80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403D501-4BBC-4A99-9E74-727823C44E2E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A469CF-F7D5-18DA-23EF-5F158419590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D016039-EC39-4A34-ADDC-2FA6BD20809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36885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3A1F6724-76E2-B30E-4434-EE2FBEFAC42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C37458BD-9838-4CFA-55FC-E55DE33E482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AD419A5-B89B-48CF-BBF3-EC9F66234BE8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CB66B2-5712-E2F4-02D9-595B1242B2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6CD819D-A4E5-48E6-9CD1-323767E0DE3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2828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E9CFF-2D8E-5A87-66BB-0B1381C5F8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8096" y="822960"/>
            <a:ext cx="3195480" cy="1504160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D5BA28BE-154A-061A-0517-3DF9A2C3B716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768096" y="2311118"/>
            <a:ext cx="3195480" cy="3784875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9D859A5-073E-EB2A-4040-2B01685D68C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899803" y="836758"/>
            <a:ext cx="6568299" cy="525923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85BA12B5-7AE8-38FE-73A3-BFB6F5D649C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EF19ABAA-6269-5D7D-E208-00C47852A69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0902656-B144-4FB1-AFFE-3CD149E8EAA0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2B3CDF-2702-3E15-3EED-3C6763C35B4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035FBBE-AAB3-47C4-91C9-2C93C50A2A5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50687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8FCA8-D133-2450-0A1D-036B0F5585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2091" y="822960"/>
            <a:ext cx="3041596" cy="1968931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13333220-8DDF-753C-A82F-F52EE5556F1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68096" y="3147063"/>
            <a:ext cx="3041596" cy="2762036"/>
          </a:xfrm>
        </p:spPr>
        <p:txBody>
          <a:bodyPr anchor="b"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4C230A4E-F178-CFD8-3CC1-A84D1FB3D1CC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502843" y="0"/>
            <a:ext cx="7689153" cy="6096003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5BA5BD79-9952-C666-4232-4FFD3F4B8DD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233BC8AB-C36D-C40B-26F9-9038D04E6E3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0DB22EC-09A6-4F8E-A542-376A03BDAE40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357882-8A9E-2995-8137-0ACF8E67B18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24D3741-7C52-44B0-A7E8-3E301E7AFEA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4334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rgbClr val="F0EB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8">
            <a:extLst>
              <a:ext uri="{FF2B5EF4-FFF2-40B4-BE49-F238E27FC236}">
                <a16:creationId xmlns:a16="http://schemas.microsoft.com/office/drawing/2014/main" id="{077133B0-4BBE-23A0-A33B-1ED112300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799991">
            <a:off x="761996" y="2880689"/>
            <a:ext cx="11430000" cy="397731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1468099"/>
              <a:gd name="f7" fmla="val 4053508"/>
              <a:gd name="f8" fmla="val 10946146"/>
              <a:gd name="f9" fmla="val 4043963"/>
              <a:gd name="f10" fmla="val 11234413"/>
              <a:gd name="f11" fmla="val 3810276"/>
              <a:gd name="f12" fmla="val 3522009"/>
              <a:gd name="f13" fmla="+- 0 0 -90"/>
              <a:gd name="f14" fmla="*/ f3 1 11468099"/>
              <a:gd name="f15" fmla="*/ f4 1 4053508"/>
              <a:gd name="f16" fmla="val f5"/>
              <a:gd name="f17" fmla="val f6"/>
              <a:gd name="f18" fmla="val f7"/>
              <a:gd name="f19" fmla="*/ f13 f0 1"/>
              <a:gd name="f20" fmla="+- f18 0 f16"/>
              <a:gd name="f21" fmla="+- f17 0 f16"/>
              <a:gd name="f22" fmla="*/ f19 1 f2"/>
              <a:gd name="f23" fmla="*/ f21 1 11468099"/>
              <a:gd name="f24" fmla="*/ f20 1 4053508"/>
              <a:gd name="f25" fmla="*/ 0 f21 1"/>
              <a:gd name="f26" fmla="*/ 4053508 f20 1"/>
              <a:gd name="f27" fmla="*/ 10946146 f21 1"/>
              <a:gd name="f28" fmla="*/ 4043963 f20 1"/>
              <a:gd name="f29" fmla="*/ 11468099 f21 1"/>
              <a:gd name="f30" fmla="*/ 3522009 f20 1"/>
              <a:gd name="f31" fmla="*/ 0 f20 1"/>
              <a:gd name="f32" fmla="+- f22 0 f1"/>
              <a:gd name="f33" fmla="*/ f25 1 11468099"/>
              <a:gd name="f34" fmla="*/ f26 1 4053508"/>
              <a:gd name="f35" fmla="*/ f27 1 11468099"/>
              <a:gd name="f36" fmla="*/ f28 1 4053508"/>
              <a:gd name="f37" fmla="*/ f29 1 11468099"/>
              <a:gd name="f38" fmla="*/ f30 1 4053508"/>
              <a:gd name="f39" fmla="*/ f31 1 4053508"/>
              <a:gd name="f40" fmla="*/ f16 1 f23"/>
              <a:gd name="f41" fmla="*/ f17 1 f23"/>
              <a:gd name="f42" fmla="*/ f16 1 f24"/>
              <a:gd name="f43" fmla="*/ f18 1 f24"/>
              <a:gd name="f44" fmla="*/ f33 1 f23"/>
              <a:gd name="f45" fmla="*/ f34 1 f24"/>
              <a:gd name="f46" fmla="*/ f35 1 f23"/>
              <a:gd name="f47" fmla="*/ f36 1 f24"/>
              <a:gd name="f48" fmla="*/ f37 1 f23"/>
              <a:gd name="f49" fmla="*/ f38 1 f24"/>
              <a:gd name="f50" fmla="*/ f39 1 f24"/>
              <a:gd name="f51" fmla="*/ f40 f14 1"/>
              <a:gd name="f52" fmla="*/ f41 f14 1"/>
              <a:gd name="f53" fmla="*/ f43 f15 1"/>
              <a:gd name="f54" fmla="*/ f42 f15 1"/>
              <a:gd name="f55" fmla="*/ f44 f14 1"/>
              <a:gd name="f56" fmla="*/ f45 f15 1"/>
              <a:gd name="f57" fmla="*/ f46 f14 1"/>
              <a:gd name="f58" fmla="*/ f47 f15 1"/>
              <a:gd name="f59" fmla="*/ f48 f14 1"/>
              <a:gd name="f60" fmla="*/ f49 f15 1"/>
              <a:gd name="f61" fmla="*/ f50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55" y="f56"/>
              </a:cxn>
              <a:cxn ang="f32">
                <a:pos x="f57" y="f58"/>
              </a:cxn>
              <a:cxn ang="f32">
                <a:pos x="f59" y="f60"/>
              </a:cxn>
              <a:cxn ang="f32">
                <a:pos x="f59" y="f61"/>
              </a:cxn>
              <a:cxn ang="f32">
                <a:pos x="f55" y="f61"/>
              </a:cxn>
            </a:cxnLst>
            <a:rect l="f51" t="f54" r="f52" b="f53"/>
            <a:pathLst>
              <a:path w="11468099" h="4053508">
                <a:moveTo>
                  <a:pt x="f5" y="f7"/>
                </a:moveTo>
                <a:lnTo>
                  <a:pt x="f8" y="f9"/>
                </a:lnTo>
                <a:cubicBezTo>
                  <a:pt x="f10" y="f9"/>
                  <a:pt x="f6" y="f11"/>
                  <a:pt x="f6" y="f12"/>
                </a:cubicBezTo>
                <a:lnTo>
                  <a:pt x="f6" y="f5"/>
                </a:lnTo>
                <a:lnTo>
                  <a:pt x="f5" y="f5"/>
                </a:ln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0EDE6"/>
              </a:solidFill>
              <a:uFillTx/>
              <a:latin typeface="Neue Haas Grotesk Text Pro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C9044A0-0736-8B01-C83E-C4343B3921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7799" y="190496"/>
            <a:ext cx="11843235" cy="2057400"/>
          </a:xfrm>
        </p:spPr>
        <p:txBody>
          <a:bodyPr>
            <a:noAutofit/>
          </a:bodyPr>
          <a:lstStyle>
            <a:lvl1pPr>
              <a:defRPr sz="8800">
                <a:solidFill>
                  <a:srgbClr val="9F7667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1EEEE36E-07E2-D213-5816-C922EC912948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1398812" y="3505196"/>
            <a:ext cx="10044665" cy="2667003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 sz="1200"/>
            </a:lvl3pPr>
            <a:lvl4pPr marL="685800" indent="0">
              <a:buNone/>
              <a:defRPr sz="12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0A098-0AE9-2548-32D5-703689C9934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1398812" y="6329175"/>
            <a:ext cx="2816836" cy="338328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85896CA-C1D1-CB76-2B0B-E46530AC9C8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F3635AC-2BC2-48F4-9BEC-746F121726DC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DBE671C-0923-21E9-E6F6-E3B534A49D2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F144946-113B-4F55-A3D0-AE44776A1E8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62444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rgbClr val="F0EB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8">
            <a:extLst>
              <a:ext uri="{FF2B5EF4-FFF2-40B4-BE49-F238E27FC236}">
                <a16:creationId xmlns:a16="http://schemas.microsoft.com/office/drawing/2014/main" id="{CB167876-1A4C-929A-EE43-DD63F8C12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799991">
            <a:off x="2677738" y="2952542"/>
            <a:ext cx="9514258" cy="3905457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9514262"/>
              <a:gd name="f7" fmla="val 3905455"/>
              <a:gd name="f8" fmla="val 3375660"/>
              <a:gd name="f9" fmla="val 3663927"/>
              <a:gd name="f10" fmla="val 9280576"/>
              <a:gd name="f11" fmla="val 3897614"/>
              <a:gd name="f12" fmla="val 8992309"/>
              <a:gd name="f13" fmla="+- 0 0 -90"/>
              <a:gd name="f14" fmla="*/ f3 1 9514262"/>
              <a:gd name="f15" fmla="*/ f4 1 3905455"/>
              <a:gd name="f16" fmla="val f5"/>
              <a:gd name="f17" fmla="val f6"/>
              <a:gd name="f18" fmla="val f7"/>
              <a:gd name="f19" fmla="*/ f13 f0 1"/>
              <a:gd name="f20" fmla="+- f18 0 f16"/>
              <a:gd name="f21" fmla="+- f17 0 f16"/>
              <a:gd name="f22" fmla="*/ f19 1 f2"/>
              <a:gd name="f23" fmla="*/ f21 1 9514262"/>
              <a:gd name="f24" fmla="*/ f20 1 3905455"/>
              <a:gd name="f25" fmla="*/ 0 f21 1"/>
              <a:gd name="f26" fmla="*/ 3905455 f20 1"/>
              <a:gd name="f27" fmla="*/ 0 f20 1"/>
              <a:gd name="f28" fmla="*/ 9514262 f21 1"/>
              <a:gd name="f29" fmla="*/ 3375660 f20 1"/>
              <a:gd name="f30" fmla="*/ 8992309 f21 1"/>
              <a:gd name="f31" fmla="*/ 3897614 f20 1"/>
              <a:gd name="f32" fmla="+- f22 0 f1"/>
              <a:gd name="f33" fmla="*/ f25 1 9514262"/>
              <a:gd name="f34" fmla="*/ f26 1 3905455"/>
              <a:gd name="f35" fmla="*/ f27 1 3905455"/>
              <a:gd name="f36" fmla="*/ f28 1 9514262"/>
              <a:gd name="f37" fmla="*/ f29 1 3905455"/>
              <a:gd name="f38" fmla="*/ f30 1 9514262"/>
              <a:gd name="f39" fmla="*/ f31 1 3905455"/>
              <a:gd name="f40" fmla="*/ f16 1 f23"/>
              <a:gd name="f41" fmla="*/ f17 1 f23"/>
              <a:gd name="f42" fmla="*/ f16 1 f24"/>
              <a:gd name="f43" fmla="*/ f18 1 f24"/>
              <a:gd name="f44" fmla="*/ f33 1 f23"/>
              <a:gd name="f45" fmla="*/ f34 1 f24"/>
              <a:gd name="f46" fmla="*/ f35 1 f24"/>
              <a:gd name="f47" fmla="*/ f36 1 f23"/>
              <a:gd name="f48" fmla="*/ f37 1 f24"/>
              <a:gd name="f49" fmla="*/ f38 1 f23"/>
              <a:gd name="f50" fmla="*/ f39 1 f24"/>
              <a:gd name="f51" fmla="*/ f40 f14 1"/>
              <a:gd name="f52" fmla="*/ f41 f14 1"/>
              <a:gd name="f53" fmla="*/ f43 f15 1"/>
              <a:gd name="f54" fmla="*/ f42 f15 1"/>
              <a:gd name="f55" fmla="*/ f44 f14 1"/>
              <a:gd name="f56" fmla="*/ f45 f15 1"/>
              <a:gd name="f57" fmla="*/ f46 f15 1"/>
              <a:gd name="f58" fmla="*/ f47 f14 1"/>
              <a:gd name="f59" fmla="*/ f48 f15 1"/>
              <a:gd name="f60" fmla="*/ f49 f14 1"/>
              <a:gd name="f61" fmla="*/ f50 f1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55" y="f56"/>
              </a:cxn>
              <a:cxn ang="f32">
                <a:pos x="f55" y="f57"/>
              </a:cxn>
              <a:cxn ang="f32">
                <a:pos x="f58" y="f57"/>
              </a:cxn>
              <a:cxn ang="f32">
                <a:pos x="f58" y="f59"/>
              </a:cxn>
              <a:cxn ang="f32">
                <a:pos x="f60" y="f61"/>
              </a:cxn>
            </a:cxnLst>
            <a:rect l="f51" t="f54" r="f52" b="f53"/>
            <a:pathLst>
              <a:path w="9514262" h="3905455">
                <a:moveTo>
                  <a:pt x="f5" y="f7"/>
                </a:moveTo>
                <a:lnTo>
                  <a:pt x="f5" y="f5"/>
                </a:lnTo>
                <a:lnTo>
                  <a:pt x="f6" y="f5"/>
                </a:lnTo>
                <a:lnTo>
                  <a:pt x="f6" y="f8"/>
                </a:lnTo>
                <a:cubicBezTo>
                  <a:pt x="f6" y="f9"/>
                  <a:pt x="f10" y="f11"/>
                  <a:pt x="f12" y="f11"/>
                </a:cubicBez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0EDE6"/>
              </a:solidFill>
              <a:uFillTx/>
              <a:latin typeface="Neue Haas Grotesk Text Pro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4DF63C1-757C-AF7C-F072-BFC3A6672D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3370" y="190496"/>
            <a:ext cx="10573399" cy="2475646"/>
          </a:xfrm>
        </p:spPr>
        <p:txBody>
          <a:bodyPr>
            <a:noAutofit/>
          </a:bodyPr>
          <a:lstStyle>
            <a:lvl1pPr>
              <a:defRPr sz="8800">
                <a:solidFill>
                  <a:srgbClr val="9F7667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E3795A38-E434-F4F8-1FAA-BE2ABB8B344F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493209" y="3810003"/>
            <a:ext cx="6976149" cy="1676396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/>
            </a:lvl2pPr>
            <a:lvl3pPr marL="457200" indent="0">
              <a:buNone/>
              <a:defRPr sz="1200"/>
            </a:lvl3pPr>
            <a:lvl4pPr marL="685800" indent="0">
              <a:buNone/>
              <a:defRPr sz="12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72FC3-FFA1-D628-1531-F7060F6853F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2747CDDE-BFB2-EA3E-4F22-39F8037FB87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3E18EAE-7C9D-4F99-9735-3C3650AA350D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A1DC12A-C77F-1262-2FBE-CEF793D91ED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6644003-7BC2-4362-9D8E-9E0EBC8E4D6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921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B2CCA6-6597-9642-661F-7108517231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2091" y="825748"/>
            <a:ext cx="10696011" cy="61880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E10EF-BD75-4E88-FF88-67E659B45D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4652" y="1506876"/>
            <a:ext cx="10693441" cy="458912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77B2562-DD80-8C9F-B39F-97396BF203C3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772091" y="6329175"/>
            <a:ext cx="2816836" cy="33832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750" b="0" i="0" u="none" strike="noStrike" kern="1200" cap="all" spc="0" baseline="0">
                <a:solidFill>
                  <a:srgbClr val="131313"/>
                </a:solidFill>
                <a:uFillTx/>
                <a:latin typeface="Neue Haas Grotesk Text Pro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229F4FC-ACB7-09EC-8629-E1747EBA03A1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9291410" y="6329175"/>
            <a:ext cx="1612672" cy="33832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750" b="0" i="0" u="none" strike="noStrike" kern="1200" cap="none" spc="0" baseline="0">
                <a:solidFill>
                  <a:srgbClr val="131313"/>
                </a:solidFill>
                <a:uFillTx/>
                <a:latin typeface="Neue Haas Grotesk Text Pro"/>
              </a:defRPr>
            </a:lvl1pPr>
          </a:lstStyle>
          <a:p>
            <a:pPr lvl="0"/>
            <a:fld id="{B7BEDFDF-8B79-4A16-93A5-170725CC1196}" type="datetime1">
              <a:rPr lang="en-US"/>
              <a:pPr lvl="0"/>
              <a:t>8/10/2026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196E8-BD72-1F6B-FE63-C63A78E8993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050743" y="6329175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750" b="0" i="0" u="none" strike="noStrike" kern="1200" cap="none" spc="0" baseline="0">
                <a:solidFill>
                  <a:srgbClr val="131313"/>
                </a:solidFill>
                <a:uFillTx/>
                <a:latin typeface="Neue Haas Grotesk Text Pro"/>
              </a:defRPr>
            </a:lvl1pPr>
          </a:lstStyle>
          <a:p>
            <a:pPr lvl="0"/>
            <a:fld id="{57E2EA11-19FC-4848-9930-B02A8BA7B496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</p:sldLayoutIdLst>
  <p:txStyles>
    <p:titleStyle>
      <a:lvl1pPr marL="0" marR="0" lvl="0" indent="0" algn="l" defTabSz="914400" rtl="0" fontAlgn="auto" hangingPunct="1">
        <a:lnSpc>
          <a:spcPct val="95000"/>
        </a:lnSpc>
        <a:spcBef>
          <a:spcPts val="0"/>
        </a:spcBef>
        <a:spcAft>
          <a:spcPts val="0"/>
        </a:spcAft>
        <a:buNone/>
        <a:tabLst/>
        <a:defRPr lang="en-US" sz="2500" b="0" i="0" u="none" strike="noStrike" kern="1200" cap="all" spc="0" baseline="0">
          <a:solidFill>
            <a:srgbClr val="131313"/>
          </a:solidFill>
          <a:uFillTx/>
          <a:latin typeface="Neue Haas Grotesk Text Pro"/>
        </a:defRPr>
      </a:lvl1pPr>
    </p:titleStyle>
    <p:bodyStyle>
      <a:lvl1pPr marL="285750" marR="0" lvl="0" indent="-285750" algn="l" defTabSz="914400" rtl="0" fontAlgn="auto" hangingPunct="1">
        <a:lnSpc>
          <a:spcPct val="12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1400" b="0" i="0" u="none" strike="noStrike" kern="1200" cap="none" spc="0" baseline="0">
          <a:solidFill>
            <a:srgbClr val="131313"/>
          </a:solidFill>
          <a:uFillTx/>
          <a:latin typeface="Neue Haas Grotesk Text Pro"/>
        </a:defRPr>
      </a:lvl1pPr>
      <a:lvl2pPr marL="400050" marR="0" lvl="1" indent="-171450" algn="l" defTabSz="914400" rtl="0" fontAlgn="auto" hangingPunct="1">
        <a:lnSpc>
          <a:spcPct val="12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400" b="0" i="0" u="none" strike="noStrike" kern="1200" cap="none" spc="0" baseline="0">
          <a:solidFill>
            <a:srgbClr val="131313"/>
          </a:solidFill>
          <a:uFillTx/>
          <a:latin typeface="Neue Haas Grotesk Text Pro"/>
        </a:defRPr>
      </a:lvl2pPr>
      <a:lvl3pPr marL="628650" marR="0" lvl="2" indent="-171450" algn="l" defTabSz="914400" rtl="0" fontAlgn="auto" hangingPunct="1">
        <a:lnSpc>
          <a:spcPct val="12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400" b="0" i="0" u="none" strike="noStrike" kern="1200" cap="none" spc="0" baseline="0">
          <a:solidFill>
            <a:srgbClr val="131313"/>
          </a:solidFill>
          <a:uFillTx/>
          <a:latin typeface="Neue Haas Grotesk Text Pro"/>
        </a:defRPr>
      </a:lvl3pPr>
      <a:lvl4pPr marL="857250" marR="0" lvl="3" indent="-171450" algn="l" defTabSz="914400" rtl="0" fontAlgn="auto" hangingPunct="1">
        <a:lnSpc>
          <a:spcPct val="12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400" b="0" i="0" u="none" strike="noStrike" kern="1200" cap="none" spc="0" baseline="0">
          <a:solidFill>
            <a:srgbClr val="131313"/>
          </a:solidFill>
          <a:uFillTx/>
          <a:latin typeface="Neue Haas Grotesk Text Pro"/>
        </a:defRPr>
      </a:lvl4pPr>
      <a:lvl5pPr marL="1085850" marR="0" lvl="4" indent="-171450" algn="l" defTabSz="914400" rtl="0" fontAlgn="auto" hangingPunct="1">
        <a:lnSpc>
          <a:spcPct val="12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400" b="0" i="0" u="none" strike="noStrike" kern="1200" cap="none" spc="0" baseline="0">
          <a:solidFill>
            <a:srgbClr val="131313"/>
          </a:solidFill>
          <a:uFillTx/>
          <a:latin typeface="Neue Haas Grotesk Text Pro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3A4B3-4C3B-7A30-B186-E2146058E01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CC675E-7649-B757-3874-05839F39633B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61996" y="4837889"/>
            <a:ext cx="4184907" cy="918011"/>
          </a:xfrm>
        </p:spPr>
        <p:txBody>
          <a:bodyPr anchor="b"/>
          <a:lstStyle/>
          <a:p>
            <a:pPr marL="0" lvl="0" indent="0">
              <a:buNone/>
            </a:pPr>
            <a:r>
              <a:rPr lang="en-US" sz="1600">
                <a:solidFill>
                  <a:srgbClr val="F0EBE6"/>
                </a:solidFill>
              </a:rPr>
              <a:t>Presentation subtitle</a:t>
            </a:r>
          </a:p>
        </p:txBody>
      </p:sp>
      <p:pic>
        <p:nvPicPr>
          <p:cNvPr id="4" name="Picture Placeholder 5">
            <a:extLst>
              <a:ext uri="{FF2B5EF4-FFF2-40B4-BE49-F238E27FC236}">
                <a16:creationId xmlns:a16="http://schemas.microsoft.com/office/drawing/2014/main" id="{7C39CC18-E1EF-E700-208A-D4EB7815E00A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2"/>
          <a:srcRect l="50449" r="299"/>
          <a:stretch>
            <a:fillRect/>
          </a:stretch>
        </p:blipFill>
        <p:spPr>
          <a:xfrm>
            <a:off x="7681819" y="0"/>
            <a:ext cx="4510186" cy="6096003"/>
          </a:xfrm>
          <a:blipFill>
            <a:blip r:embed="rId3">
              <a:alphaModFix amt="85000"/>
            </a:blip>
            <a:stretch>
              <a:fillRect/>
            </a:stretch>
          </a:blipFill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asi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%7bF05A135A-1EE0-413F-AAC0-C86357A86807%7d977d9fe9-4445-4c48-bc9c-1fe8e23d557c-TF7d956844-ebdd-4ca4-b538-a1bcfc9ad3f053165620_win32</Template>
  <TotalTime>1</TotalTime>
  <Words>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Neue Haas Grotesk Text Pro</vt:lpstr>
      <vt:lpstr>Oasis</vt:lpstr>
      <vt:lpstr>Presentation title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</dc:creator>
  <cp:lastModifiedBy>Naveen</cp:lastModifiedBy>
  <cp:revision>1</cp:revision>
  <dcterms:created xsi:type="dcterms:W3CDTF">2026-08-10T10:11:18Z</dcterms:created>
  <dcterms:modified xsi:type="dcterms:W3CDTF">2026-08-10T10:18:43Z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